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86" r:id="rId5"/>
    <p:sldId id="285" r:id="rId6"/>
    <p:sldId id="300" r:id="rId7"/>
    <p:sldId id="327" r:id="rId8"/>
    <p:sldId id="328" r:id="rId9"/>
    <p:sldId id="329" r:id="rId10"/>
    <p:sldId id="330" r:id="rId11"/>
    <p:sldId id="318" r:id="rId12"/>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25" userDrawn="1">
          <p15:clr>
            <a:srgbClr val="A4A3A4"/>
          </p15:clr>
        </p15:guide>
        <p15:guide id="4" pos="1209" userDrawn="1">
          <p15:clr>
            <a:srgbClr val="A4A3A4"/>
          </p15:clr>
        </p15:guide>
        <p15:guide id="5" pos="2955" userDrawn="1">
          <p15:clr>
            <a:srgbClr val="A4A3A4"/>
          </p15:clr>
        </p15:guide>
        <p15:guide id="6" pos="2071" userDrawn="1">
          <p15:clr>
            <a:srgbClr val="A4A3A4"/>
          </p15:clr>
        </p15:guide>
        <p15:guide id="9" pos="3840" userDrawn="1">
          <p15:clr>
            <a:srgbClr val="A4A3A4"/>
          </p15:clr>
        </p15:guide>
        <p15:guide id="10" pos="4702" userDrawn="1">
          <p15:clr>
            <a:srgbClr val="A4A3A4"/>
          </p15:clr>
        </p15:guide>
        <p15:guide id="11" pos="5586" userDrawn="1">
          <p15:clr>
            <a:srgbClr val="A4A3A4"/>
          </p15:clr>
        </p15:guide>
        <p15:guide id="12" pos="7333" userDrawn="1">
          <p15:clr>
            <a:srgbClr val="A4A3A4"/>
          </p15:clr>
        </p15:guide>
        <p15:guide id="13" orient="horz" pos="3952" userDrawn="1">
          <p15:clr>
            <a:srgbClr val="A4A3A4"/>
          </p15:clr>
        </p15:guide>
        <p15:guide id="15" pos="6471" userDrawn="1">
          <p15:clr>
            <a:srgbClr val="A4A3A4"/>
          </p15:clr>
        </p15:guide>
        <p15:guide id="16" orient="horz" pos="91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Кутьков Юрий Юрьевич" initials="КЮЮ" lastIdx="4" clrIdx="0">
    <p:extLst>
      <p:ext uri="{19B8F6BF-5375-455C-9EA6-DF929625EA0E}">
        <p15:presenceInfo xmlns:p15="http://schemas.microsoft.com/office/powerpoint/2012/main" userId="S::ykutkov@hse.ru::45dbd1ed-eea1-4925-9fa4-5001421b49d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9C63"/>
    <a:srgbClr val="96628C"/>
    <a:srgbClr val="11A0D7"/>
    <a:srgbClr val="E61F3D"/>
    <a:srgbClr val="CD5A5A"/>
    <a:srgbClr val="FFD746"/>
    <a:srgbClr val="0E2D69"/>
    <a:srgbClr val="D9D9D9"/>
    <a:srgbClr val="EB681F"/>
    <a:srgbClr val="234A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5"/>
    <p:restoredTop sz="94694"/>
  </p:normalViewPr>
  <p:slideViewPr>
    <p:cSldViewPr snapToGrid="0" snapToObjects="1">
      <p:cViewPr varScale="1">
        <p:scale>
          <a:sx n="77" d="100"/>
          <a:sy n="77" d="100"/>
        </p:scale>
        <p:origin x="1032" y="58"/>
      </p:cViewPr>
      <p:guideLst>
        <p:guide pos="325"/>
        <p:guide pos="1209"/>
        <p:guide pos="2955"/>
        <p:guide pos="2071"/>
        <p:guide pos="3840"/>
        <p:guide pos="4702"/>
        <p:guide pos="5586"/>
        <p:guide pos="7333"/>
        <p:guide orient="horz" pos="3952"/>
        <p:guide pos="6471"/>
        <p:guide orient="horz" pos="913"/>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34" d="100"/>
          <a:sy n="134" d="100"/>
        </p:scale>
        <p:origin x="364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261BF4-8B2C-784B-9959-B59A059012C3}" type="datetimeFigureOut">
              <a:rPr lang="en-RU" smtClean="0"/>
              <a:t>04/21/2025</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48903-8EB5-294E-A216-6B54B0368783}" type="slidenum">
              <a:rPr lang="en-RU" smtClean="0"/>
              <a:t>‹#›</a:t>
            </a:fld>
            <a:endParaRPr lang="en-RU"/>
          </a:p>
        </p:txBody>
      </p:sp>
    </p:spTree>
    <p:extLst>
      <p:ext uri="{BB962C8B-B14F-4D97-AF65-F5344CB8AC3E}">
        <p14:creationId xmlns:p14="http://schemas.microsoft.com/office/powerpoint/2010/main" val="1731680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Обложк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28" descr="A blue circle with white text&#10;&#10;Description automatically generated with low confidence">
            <a:extLst>
              <a:ext uri="{FF2B5EF4-FFF2-40B4-BE49-F238E27FC236}">
                <a16:creationId xmlns:a16="http://schemas.microsoft.com/office/drawing/2014/main" id="{BA292C80-0DA8-194A-9A66-279048FA2A54}"/>
              </a:ext>
            </a:extLst>
          </p:cNvPr>
          <p:cNvPicPr>
            <a:picLocks noChangeAspect="1"/>
          </p:cNvPicPr>
          <p:nvPr userDrawn="1"/>
        </p:nvPicPr>
        <p:blipFill>
          <a:blip r:embed="rId3"/>
          <a:stretch>
            <a:fillRect/>
          </a:stretch>
        </p:blipFill>
        <p:spPr>
          <a:xfrm>
            <a:off x="1013859" y="962173"/>
            <a:ext cx="886499" cy="886499"/>
          </a:xfrm>
          <a:prstGeom prst="rect">
            <a:avLst/>
          </a:prstGeom>
        </p:spPr>
      </p:pic>
      <p:cxnSp>
        <p:nvCxnSpPr>
          <p:cNvPr id="11" name="Straight Connector 48">
            <a:extLst>
              <a:ext uri="{FF2B5EF4-FFF2-40B4-BE49-F238E27FC236}">
                <a16:creationId xmlns:a16="http://schemas.microsoft.com/office/drawing/2014/main" id="{313EF906-5BAC-0141-A198-076E155DF9E2}"/>
              </a:ext>
            </a:extLst>
          </p:cNvPr>
          <p:cNvCxnSpPr>
            <a:cxnSpLocks/>
          </p:cNvCxnSpPr>
          <p:nvPr userDrawn="1"/>
        </p:nvCxnSpPr>
        <p:spPr>
          <a:xfrm>
            <a:off x="6090212"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50">
            <a:extLst>
              <a:ext uri="{FF2B5EF4-FFF2-40B4-BE49-F238E27FC236}">
                <a16:creationId xmlns:a16="http://schemas.microsoft.com/office/drawing/2014/main" id="{61206A97-26F2-E646-8775-9928FEF465B5}"/>
              </a:ext>
            </a:extLst>
          </p:cNvPr>
          <p:cNvCxnSpPr>
            <a:cxnSpLocks/>
          </p:cNvCxnSpPr>
          <p:nvPr userDrawn="1"/>
        </p:nvCxnSpPr>
        <p:spPr>
          <a:xfrm>
            <a:off x="8642581"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51">
            <a:extLst>
              <a:ext uri="{FF2B5EF4-FFF2-40B4-BE49-F238E27FC236}">
                <a16:creationId xmlns:a16="http://schemas.microsoft.com/office/drawing/2014/main" id="{28E0E5F6-C1CA-9B41-B1DB-6E4FB509084D}"/>
              </a:ext>
            </a:extLst>
          </p:cNvPr>
          <p:cNvCxnSpPr>
            <a:cxnSpLocks/>
          </p:cNvCxnSpPr>
          <p:nvPr userDrawn="1"/>
        </p:nvCxnSpPr>
        <p:spPr>
          <a:xfrm>
            <a:off x="11179047" y="985336"/>
            <a:ext cx="0" cy="840173"/>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15">
            <a:extLst>
              <a:ext uri="{FF2B5EF4-FFF2-40B4-BE49-F238E27FC236}">
                <a16:creationId xmlns:a16="http://schemas.microsoft.com/office/drawing/2014/main" id="{6007C52F-2E27-E24A-B9DC-AAAB052DBD59}"/>
              </a:ext>
            </a:extLst>
          </p:cNvPr>
          <p:cNvSpPr>
            <a:spLocks noGrp="1"/>
          </p:cNvSpPr>
          <p:nvPr>
            <p:ph type="title" hasCustomPrompt="1"/>
          </p:nvPr>
        </p:nvSpPr>
        <p:spPr>
          <a:xfrm>
            <a:off x="1027967" y="2404670"/>
            <a:ext cx="7634059" cy="1978323"/>
          </a:xfrm>
          <a:prstGeom prst="rect">
            <a:avLst/>
          </a:prstGeom>
        </p:spPr>
        <p:txBody>
          <a:bodyPr lIns="0" tIns="0" rIns="0" bIns="0" anchor="t">
            <a:normAutofit/>
          </a:bodyPr>
          <a:lstStyle>
            <a:lvl1pPr>
              <a:lnSpc>
                <a:spcPct val="100000"/>
              </a:lnSpc>
              <a:defRPr sz="4300" b="0" i="0" baseline="0">
                <a:solidFill>
                  <a:srgbClr val="0E2D69"/>
                </a:solidFill>
                <a:latin typeface="HSE Sans" panose="02000000000000000000" pitchFamily="2" charset="0"/>
              </a:defRPr>
            </a:lvl1pPr>
          </a:lstStyle>
          <a:p>
            <a:r>
              <a:rPr lang="en-US" sz="4400" dirty="0">
                <a:solidFill>
                  <a:srgbClr val="102D69"/>
                </a:solidFill>
                <a:latin typeface="HSE Sans" panose="02000000000000000000" pitchFamily="2" charset="0"/>
              </a:rPr>
              <a:t>Name of presentation can be specified in two or three lines </a:t>
            </a:r>
            <a:r>
              <a:rPr lang="ru-RU" sz="4400" dirty="0">
                <a:solidFill>
                  <a:srgbClr val="102D69"/>
                </a:solidFill>
                <a:latin typeface="HSE Sans" panose="02000000000000000000" pitchFamily="2" charset="0"/>
              </a:rPr>
              <a:t> (43 </a:t>
            </a:r>
            <a:r>
              <a:rPr lang="en-GB" sz="4400" dirty="0" err="1">
                <a:solidFill>
                  <a:srgbClr val="102D69"/>
                </a:solidFill>
                <a:latin typeface="HSE Sans" panose="02000000000000000000" pitchFamily="2" charset="0"/>
              </a:rPr>
              <a:t>pt</a:t>
            </a:r>
            <a:r>
              <a:rPr lang="en-GB" sz="4400" dirty="0">
                <a:solidFill>
                  <a:srgbClr val="102D69"/>
                </a:solidFill>
                <a:latin typeface="HSE Sans" panose="02000000000000000000" pitchFamily="2" charset="0"/>
              </a:rPr>
              <a:t>)</a:t>
            </a:r>
            <a:endParaRPr lang="ru-RU" sz="4400" dirty="0">
              <a:solidFill>
                <a:srgbClr val="102D69"/>
              </a:solidFill>
              <a:latin typeface="HSE Sans" panose="02000000000000000000" pitchFamily="2" charset="0"/>
            </a:endParaRPr>
          </a:p>
        </p:txBody>
      </p:sp>
      <p:sp>
        <p:nvSpPr>
          <p:cNvPr id="20" name="Текст 19">
            <a:extLst>
              <a:ext uri="{FF2B5EF4-FFF2-40B4-BE49-F238E27FC236}">
                <a16:creationId xmlns:a16="http://schemas.microsoft.com/office/drawing/2014/main" id="{18109844-C2E7-354F-9C01-8834E4DCE373}"/>
              </a:ext>
            </a:extLst>
          </p:cNvPr>
          <p:cNvSpPr>
            <a:spLocks noGrp="1"/>
          </p:cNvSpPr>
          <p:nvPr>
            <p:ph type="body" sz="quarter" idx="10" hasCustomPrompt="1"/>
          </p:nvPr>
        </p:nvSpPr>
        <p:spPr>
          <a:xfrm>
            <a:off x="2074947" y="1187841"/>
            <a:ext cx="3848717" cy="435163"/>
          </a:xfrm>
          <a:prstGeom prst="rect">
            <a:avLst/>
          </a:prstGeom>
        </p:spPr>
        <p:txBody>
          <a:bodyPr lIns="0" tIns="0" rIns="0" bIns="0" anchor="t">
            <a:noAutofit/>
          </a:bodyPr>
          <a:lstStyle>
            <a:lvl1pPr marL="0" indent="0" algn="l">
              <a:lnSpc>
                <a:spcPct val="100000"/>
              </a:lnSpc>
              <a:spcBef>
                <a:spcPts val="0"/>
              </a:spcBef>
              <a:buNone/>
              <a:defRPr sz="1600" b="0" i="0">
                <a:latin typeface="HSE Sans" panose="02000000000000000000" pitchFamily="2" charset="0"/>
              </a:defRPr>
            </a:lvl1pPr>
            <a:lvl2pPr marL="457200" indent="0" algn="l">
              <a:buNone/>
              <a:defRPr sz="1600" b="0" i="0">
                <a:latin typeface="HSE Sans" panose="02000000000000000000" pitchFamily="2" charset="0"/>
              </a:defRPr>
            </a:lvl2pPr>
            <a:lvl3pPr marL="914400" indent="0" algn="l">
              <a:buNone/>
              <a:defRPr sz="1600" b="0" i="0">
                <a:latin typeface="HSE Sans" panose="02000000000000000000" pitchFamily="2" charset="0"/>
              </a:defRPr>
            </a:lvl3pPr>
            <a:lvl4pPr marL="1371600" indent="0" algn="l">
              <a:buNone/>
              <a:defRPr sz="1600" b="0" i="0">
                <a:latin typeface="HSE Sans" panose="02000000000000000000" pitchFamily="2" charset="0"/>
              </a:defRPr>
            </a:lvl4pPr>
            <a:lvl5pPr marL="1828800" indent="0" algn="l">
              <a:buNone/>
              <a:defRPr sz="1600" b="0" i="0">
                <a:latin typeface="HSE Sans" panose="02000000000000000000" pitchFamily="2" charset="0"/>
              </a:defRPr>
            </a:lvl5pPr>
          </a:lstStyle>
          <a:p>
            <a:r>
              <a:rPr lang="en-GB" sz="1600" dirty="0">
                <a:latin typeface="HSE Sans" panose="02000000000000000000" pitchFamily="2" charset="0"/>
              </a:rPr>
              <a:t>Name of faculty in two lines (16 </a:t>
            </a:r>
            <a:r>
              <a:rPr lang="en-GB" sz="1600" dirty="0" err="1">
                <a:latin typeface="HSE Sans" panose="02000000000000000000" pitchFamily="2" charset="0"/>
              </a:rPr>
              <a:t>pt</a:t>
            </a:r>
            <a:r>
              <a:rPr lang="en-GB" sz="1600" dirty="0">
                <a:latin typeface="HSE Sans" panose="02000000000000000000" pitchFamily="2" charset="0"/>
              </a:rPr>
              <a:t>)</a:t>
            </a:r>
            <a:endParaRPr lang="ru-RU" sz="1600" dirty="0">
              <a:latin typeface="HSE Sans" panose="02000000000000000000" pitchFamily="2" charset="0"/>
            </a:endParaRPr>
          </a:p>
        </p:txBody>
      </p:sp>
      <p:sp>
        <p:nvSpPr>
          <p:cNvPr id="25" name="Текст 24">
            <a:extLst>
              <a:ext uri="{FF2B5EF4-FFF2-40B4-BE49-F238E27FC236}">
                <a16:creationId xmlns:a16="http://schemas.microsoft.com/office/drawing/2014/main" id="{40A04329-C800-BB42-BFE0-7E3C68848DA7}"/>
              </a:ext>
            </a:extLst>
          </p:cNvPr>
          <p:cNvSpPr>
            <a:spLocks noGrp="1"/>
          </p:cNvSpPr>
          <p:nvPr>
            <p:ph type="body" sz="quarter" idx="11" hasCustomPrompt="1"/>
          </p:nvPr>
        </p:nvSpPr>
        <p:spPr>
          <a:xfrm>
            <a:off x="6259420" y="1173829"/>
            <a:ext cx="2278063"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GB" sz="1200" dirty="0">
                <a:latin typeface="HSE Sans" panose="02000000000000000000" pitchFamily="2" charset="0"/>
              </a:rPr>
              <a:t>Name of subdivision in two or three lines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7" name="Текст 26">
            <a:extLst>
              <a:ext uri="{FF2B5EF4-FFF2-40B4-BE49-F238E27FC236}">
                <a16:creationId xmlns:a16="http://schemas.microsoft.com/office/drawing/2014/main" id="{98337931-3EC2-F348-99EA-860F4FFDC188}"/>
              </a:ext>
            </a:extLst>
          </p:cNvPr>
          <p:cNvSpPr>
            <a:spLocks noGrp="1"/>
          </p:cNvSpPr>
          <p:nvPr>
            <p:ph type="body" idx="12" hasCustomPrompt="1"/>
          </p:nvPr>
        </p:nvSpPr>
        <p:spPr>
          <a:xfrm>
            <a:off x="8786720" y="1173829"/>
            <a:ext cx="2217738" cy="463186"/>
          </a:xfrm>
          <a:prstGeom prst="rect">
            <a:avLst/>
          </a:prstGeom>
        </p:spPr>
        <p:txBody>
          <a:bodyPr lIns="0" tIns="0" rIns="0" bIns="0"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rgbClr val="0E2D69"/>
                </a:solidFill>
                <a:latin typeface="HSE Sans" panose="02000000000000000000" pitchFamily="2" charset="0"/>
              </a:defRPr>
            </a:lvl1pPr>
          </a:lstStyle>
          <a:p>
            <a:r>
              <a:rPr lang="en-US" sz="1200" dirty="0">
                <a:latin typeface="HSE Sans" panose="02000000000000000000" pitchFamily="2" charset="0"/>
              </a:rPr>
              <a:t>Moscow</a:t>
            </a:r>
            <a:br>
              <a:rPr lang="ru-RU" sz="1200" dirty="0">
                <a:latin typeface="HSE Sans" panose="02000000000000000000" pitchFamily="2" charset="0"/>
              </a:rPr>
            </a:br>
            <a:r>
              <a:rPr lang="ru-RU" sz="1200" dirty="0">
                <a:latin typeface="HSE Sans" panose="02000000000000000000" pitchFamily="2" charset="0"/>
              </a:rPr>
              <a:t>2022</a:t>
            </a:r>
            <a:r>
              <a:rPr lang="en-GB" sz="1200" dirty="0">
                <a:latin typeface="HSE Sans" panose="02000000000000000000" pitchFamily="2" charset="0"/>
              </a:rPr>
              <a:t> (12 </a:t>
            </a:r>
            <a:r>
              <a:rPr lang="en-GB" sz="1200" dirty="0" err="1">
                <a:latin typeface="HSE Sans" panose="02000000000000000000" pitchFamily="2" charset="0"/>
              </a:rPr>
              <a:t>pt</a:t>
            </a:r>
            <a:r>
              <a:rPr lang="en-GB" sz="1200" dirty="0">
                <a:latin typeface="HSE Sans" panose="02000000000000000000" pitchFamily="2" charset="0"/>
              </a:rPr>
              <a:t>)</a:t>
            </a:r>
            <a:endParaRPr lang="ru-RU" sz="1200" dirty="0">
              <a:latin typeface="HSE Sans" panose="02000000000000000000" pitchFamily="2" charset="0"/>
            </a:endParaRPr>
          </a:p>
        </p:txBody>
      </p:sp>
      <p:sp>
        <p:nvSpPr>
          <p:cNvPr id="29" name="Текст 28">
            <a:extLst>
              <a:ext uri="{FF2B5EF4-FFF2-40B4-BE49-F238E27FC236}">
                <a16:creationId xmlns:a16="http://schemas.microsoft.com/office/drawing/2014/main" id="{EEA7A79B-D410-B44F-BF32-C3EAEFC20A6E}"/>
              </a:ext>
            </a:extLst>
          </p:cNvPr>
          <p:cNvSpPr>
            <a:spLocks noGrp="1"/>
          </p:cNvSpPr>
          <p:nvPr>
            <p:ph type="body" sz="quarter" idx="13" hasCustomPrompt="1"/>
          </p:nvPr>
        </p:nvSpPr>
        <p:spPr>
          <a:xfrm>
            <a:off x="1027967" y="4824914"/>
            <a:ext cx="7625267" cy="652860"/>
          </a:xfrm>
          <a:prstGeom prst="rect">
            <a:avLst/>
          </a:prstGeom>
        </p:spPr>
        <p:txBody>
          <a:bodyPr lIns="0" tIns="0" rIns="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b="0" i="0">
                <a:solidFill>
                  <a:srgbClr val="0E2D69"/>
                </a:solidFill>
                <a:latin typeface="HSE Sans" panose="02000000000000000000" pitchFamily="2" charset="0"/>
              </a:defRPr>
            </a:lvl1pPr>
          </a:lstStyle>
          <a:p>
            <a:r>
              <a:rPr lang="en-US" sz="1600" dirty="0">
                <a:latin typeface="HSE Sans" panose="02000000000000000000" pitchFamily="2" charset="0"/>
              </a:rPr>
              <a:t>If you need more space, please use a subheading (16 </a:t>
            </a:r>
            <a:r>
              <a:rPr lang="en-US" sz="1600" dirty="0" err="1">
                <a:latin typeface="HSE Sans" panose="02000000000000000000" pitchFamily="2" charset="0"/>
              </a:rPr>
              <a:t>pt</a:t>
            </a:r>
            <a:r>
              <a:rPr lang="en-US" sz="1600" dirty="0">
                <a:latin typeface="HSE Sans" panose="02000000000000000000" pitchFamily="2" charset="0"/>
              </a:rPr>
              <a:t>)</a:t>
            </a:r>
            <a:endParaRPr lang="ru-RU" sz="1600" dirty="0">
              <a:latin typeface="HSE Sans" panose="02000000000000000000" pitchFamily="2" charset="0"/>
            </a:endParaRPr>
          </a:p>
        </p:txBody>
      </p:sp>
    </p:spTree>
    <p:extLst>
      <p:ext uri="{BB962C8B-B14F-4D97-AF65-F5344CB8AC3E}">
        <p14:creationId xmlns:p14="http://schemas.microsoft.com/office/powerpoint/2010/main" val="418289591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Текст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4" descr="Icon&#10;&#10;Description automatically generated">
            <a:extLst>
              <a:ext uri="{FF2B5EF4-FFF2-40B4-BE49-F238E27FC236}">
                <a16:creationId xmlns:a16="http://schemas.microsoft.com/office/drawing/2014/main" id="{4A1436AC-5F96-2A4F-BFC7-B3442083EBE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11" name="Straight Connector 19">
            <a:extLst>
              <a:ext uri="{FF2B5EF4-FFF2-40B4-BE49-F238E27FC236}">
                <a16:creationId xmlns:a16="http://schemas.microsoft.com/office/drawing/2014/main" id="{067DD2ED-246D-7D41-B51F-FED98BF873F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2" name="Straight Connector 21">
            <a:extLst>
              <a:ext uri="{FF2B5EF4-FFF2-40B4-BE49-F238E27FC236}">
                <a16:creationId xmlns:a16="http://schemas.microsoft.com/office/drawing/2014/main" id="{68E8C250-D449-A743-8975-B5BFB04D9744}"/>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3" name="Straight Connector 25">
            <a:extLst>
              <a:ext uri="{FF2B5EF4-FFF2-40B4-BE49-F238E27FC236}">
                <a16:creationId xmlns:a16="http://schemas.microsoft.com/office/drawing/2014/main" id="{DD1C71CA-B883-AF42-959D-BCA5690AAA4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4D3A12E-0E10-C441-81D2-C3C1EB6A053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9" name="Straight Connector 59">
            <a:extLst>
              <a:ext uri="{FF2B5EF4-FFF2-40B4-BE49-F238E27FC236}">
                <a16:creationId xmlns:a16="http://schemas.microsoft.com/office/drawing/2014/main" id="{3447008E-4F3B-FC4E-B96D-3927FAE1ED1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4" name="Рисунок 23">
            <a:extLst>
              <a:ext uri="{FF2B5EF4-FFF2-40B4-BE49-F238E27FC236}">
                <a16:creationId xmlns:a16="http://schemas.microsoft.com/office/drawing/2014/main" id="{61115A7A-23E5-E442-9551-F72F1CDA57B9}"/>
              </a:ext>
            </a:extLst>
          </p:cNvPr>
          <p:cNvSpPr>
            <a:spLocks noGrp="1"/>
          </p:cNvSpPr>
          <p:nvPr>
            <p:ph type="pic" sz="quarter" idx="10" hasCustomPrompt="1"/>
          </p:nvPr>
        </p:nvSpPr>
        <p:spPr>
          <a:xfrm>
            <a:off x="6684653" y="1447790"/>
            <a:ext cx="4325167" cy="4325107"/>
          </a:xfrm>
          <a:prstGeom prst="rect">
            <a:avLst/>
          </a:prstGeom>
          <a:solidFill>
            <a:srgbClr val="D9D9D9"/>
          </a:solidFill>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2">
                    <a:lumMod val="10000"/>
                  </a:schemeClr>
                </a:solidFill>
              </a:defRPr>
            </a:lvl1pPr>
          </a:lstStyle>
          <a:p>
            <a:pPr algn="ctr"/>
            <a:r>
              <a:rPr lang="en-US" sz="2800" dirty="0">
                <a:solidFill>
                  <a:schemeClr val="tx1"/>
                </a:solidFill>
                <a:latin typeface="HSE Sans" panose="02000000000000000000" pitchFamily="2" charset="0"/>
              </a:rPr>
              <a:t>You can place an illustration or photograph here so that your slide doesn’t look empty</a:t>
            </a:r>
            <a:endParaRPr lang="en-RU" sz="2800" dirty="0">
              <a:solidFill>
                <a:schemeClr val="tx1"/>
              </a:solidFill>
              <a:latin typeface="HSE Sans" panose="02000000000000000000" pitchFamily="2" charset="0"/>
            </a:endParaRPr>
          </a:p>
        </p:txBody>
      </p:sp>
      <p:sp>
        <p:nvSpPr>
          <p:cNvPr id="32" name="Заголовок 31">
            <a:extLst>
              <a:ext uri="{FF2B5EF4-FFF2-40B4-BE49-F238E27FC236}">
                <a16:creationId xmlns:a16="http://schemas.microsoft.com/office/drawing/2014/main" id="{9ED7AA97-D972-DF4F-B662-A65F2A544CC5}"/>
              </a:ext>
            </a:extLst>
          </p:cNvPr>
          <p:cNvSpPr>
            <a:spLocks noGrp="1"/>
          </p:cNvSpPr>
          <p:nvPr>
            <p:ph type="title" hasCustomPrompt="1"/>
          </p:nvPr>
        </p:nvSpPr>
        <p:spPr>
          <a:xfrm>
            <a:off x="585898" y="1447790"/>
            <a:ext cx="524556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36" name="Текст 35">
            <a:extLst>
              <a:ext uri="{FF2B5EF4-FFF2-40B4-BE49-F238E27FC236}">
                <a16:creationId xmlns:a16="http://schemas.microsoft.com/office/drawing/2014/main" id="{69E35E54-2B19-7441-876F-1C6A84F4F156}"/>
              </a:ext>
            </a:extLst>
          </p:cNvPr>
          <p:cNvSpPr>
            <a:spLocks noGrp="1"/>
          </p:cNvSpPr>
          <p:nvPr>
            <p:ph type="body" sz="quarter" idx="12" hasCustomPrompt="1"/>
          </p:nvPr>
        </p:nvSpPr>
        <p:spPr>
          <a:xfrm>
            <a:off x="585897" y="2379663"/>
            <a:ext cx="5245561" cy="3393234"/>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Moderately sized bits of text can be presented in a single column, but they shouldn’t take up the whole screen. A text that is arranged in a long line might be too hard to read; always bear in mind the perspective of those who will be viewing your presentation. Try to limit each line to seven to 10 words. More than that might put your audience to sleep. </a:t>
            </a:r>
            <a:r>
              <a:rPr lang="en-US" sz="1300" i="1" dirty="0">
                <a:latin typeface="HSE Sans" panose="02000000000000000000" pitchFamily="2" charset="0"/>
              </a:rPr>
              <a:t>If you have space left and wish to make your slide more visual, you can include a small image nearby, which should illustrate or supplement your text.</a:t>
            </a:r>
            <a:endParaRPr lang="ru-RU" sz="1300" i="1" dirty="0">
              <a:latin typeface="HSE Sans" panose="02000000000000000000" pitchFamily="2" charset="0"/>
            </a:endParaRPr>
          </a:p>
        </p:txBody>
      </p:sp>
      <p:sp>
        <p:nvSpPr>
          <p:cNvPr id="38" name="Текст 37">
            <a:extLst>
              <a:ext uri="{FF2B5EF4-FFF2-40B4-BE49-F238E27FC236}">
                <a16:creationId xmlns:a16="http://schemas.microsoft.com/office/drawing/2014/main" id="{7FB4A275-856E-364D-8AA4-2071AADC6AAA}"/>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0" name="Текст 39">
            <a:extLst>
              <a:ext uri="{FF2B5EF4-FFF2-40B4-BE49-F238E27FC236}">
                <a16:creationId xmlns:a16="http://schemas.microsoft.com/office/drawing/2014/main" id="{58FBA0EA-8BE0-A643-B258-4E5C34467172}"/>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1" name="Текст 39">
            <a:extLst>
              <a:ext uri="{FF2B5EF4-FFF2-40B4-BE49-F238E27FC236}">
                <a16:creationId xmlns:a16="http://schemas.microsoft.com/office/drawing/2014/main" id="{0BEC062F-1BEB-DE4C-B7EE-C552C9D45F13}"/>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134128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Текст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FDC66DB8-29BC-5940-A721-40F10021456A}"/>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DE27C859-478F-3648-8A9D-2C85DBDCAC0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58EA1144-CFD8-1D47-B430-7014F576043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96EDC73C-5A3C-014E-8E52-04CAFCA9B20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5E88681-53A8-3B45-B80A-372EDFB53883}"/>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EDA7D8BF-DF37-704F-B77F-7E40752ACE25}"/>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6" name="Заголовок 31">
            <a:extLst>
              <a:ext uri="{FF2B5EF4-FFF2-40B4-BE49-F238E27FC236}">
                <a16:creationId xmlns:a16="http://schemas.microsoft.com/office/drawing/2014/main" id="{76942483-EB13-0A4B-8060-DB65024C294E}"/>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7" name="Текст 35">
            <a:extLst>
              <a:ext uri="{FF2B5EF4-FFF2-40B4-BE49-F238E27FC236}">
                <a16:creationId xmlns:a16="http://schemas.microsoft.com/office/drawing/2014/main" id="{66FAD63B-F743-0F47-BBE3-D7731766705A}"/>
              </a:ext>
            </a:extLst>
          </p:cNvPr>
          <p:cNvSpPr>
            <a:spLocks noGrp="1"/>
          </p:cNvSpPr>
          <p:nvPr>
            <p:ph type="body" sz="quarter" idx="12" hasCustomPrompt="1"/>
          </p:nvPr>
        </p:nvSpPr>
        <p:spPr>
          <a:xfrm>
            <a:off x="585897" y="2379663"/>
            <a:ext cx="11057971" cy="3745092"/>
          </a:xfrm>
          <a:prstGeom prst="rect">
            <a:avLst/>
          </a:prstGeom>
        </p:spPr>
        <p:txBody>
          <a:bodyPr lIns="0" tIns="0" rIns="0" numCol="3" spcCol="25200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a:t>
            </a:r>
          </a:p>
          <a:p>
            <a:pPr>
              <a:spcBef>
                <a:spcPts val="1200"/>
              </a:spcBef>
            </a:pPr>
            <a:r>
              <a:rPr lang="en-US" sz="1300" dirty="0">
                <a:latin typeface="HSE Sans" panose="02000000000000000000" pitchFamily="2" charset="0"/>
              </a:rPr>
              <a:t>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 If you have a lot of text, we recommend putting it into two or three columns, Texts placed in long lines are hard to read; always bear in mind the audience, who will be viewing your presentation. Try to limit each line to seven to nine words. More than that might put your audience to sleep.</a:t>
            </a:r>
            <a:endParaRPr lang="ru-RU" sz="1300" dirty="0">
              <a:latin typeface="HSE Sans" panose="02000000000000000000" pitchFamily="2" charset="0"/>
            </a:endParaRPr>
          </a:p>
        </p:txBody>
      </p:sp>
      <p:sp>
        <p:nvSpPr>
          <p:cNvPr id="21" name="Текст 37">
            <a:extLst>
              <a:ext uri="{FF2B5EF4-FFF2-40B4-BE49-F238E27FC236}">
                <a16:creationId xmlns:a16="http://schemas.microsoft.com/office/drawing/2014/main" id="{45421580-30B9-AE44-9576-3890C98F5E85}"/>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778A6943-08BD-8C4D-A524-728A4340014C}"/>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3" name="Текст 39">
            <a:extLst>
              <a:ext uri="{FF2B5EF4-FFF2-40B4-BE49-F238E27FC236}">
                <a16:creationId xmlns:a16="http://schemas.microsoft.com/office/drawing/2014/main" id="{EB90A960-EE54-5742-BBB0-8536917AD4C0}"/>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5271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екст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0E78CA68-7A0C-CF41-9AC6-A547FB9EC3B0}"/>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45DC512A-A23B-B24D-A1F6-6793976867CF}"/>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21F91649-DF0F-5F45-A43B-2CED9ACDD04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3137B760-1A50-1845-B7F2-1EF31C71C72B}"/>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ECCF8F-5855-7943-B503-5573887A534D}"/>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FB81B23D-CDD8-E64C-9887-3540F7EE1C4B}"/>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Текст 35">
            <a:extLst>
              <a:ext uri="{FF2B5EF4-FFF2-40B4-BE49-F238E27FC236}">
                <a16:creationId xmlns:a16="http://schemas.microsoft.com/office/drawing/2014/main" id="{5163BE0A-A745-414A-AF21-D968BD69D2DA}"/>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pPr>
              <a:spcBef>
                <a:spcPts val="1300"/>
              </a:spcBef>
            </a:pPr>
            <a:r>
              <a:rPr lang="en-US" sz="1300" dirty="0">
                <a:latin typeface="HSE Sans" panose="02000000000000000000" pitchFamily="2" charset="0"/>
              </a:rPr>
              <a:t>Here I am, a regular text as seen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 Here I am, a regular text as described on the right; you can take me anywhere in the same size (13 </a:t>
            </a:r>
            <a:r>
              <a:rPr lang="en-US" sz="1300" dirty="0" err="1">
                <a:latin typeface="HSE Sans" panose="02000000000000000000" pitchFamily="2" charset="0"/>
              </a:rPr>
              <a:t>pt</a:t>
            </a:r>
            <a:r>
              <a:rPr lang="en-US" sz="1300" dirty="0">
                <a:latin typeface="HSE Sans" panose="02000000000000000000" pitchFamily="2" charset="0"/>
              </a:rPr>
              <a:t>), so I am readable on both the screen and in print-outs of slides. Don’t increase my size if you don’t need to, since you have the full screen option at your fingertips.</a:t>
            </a:r>
            <a:endParaRPr lang="ru-RU" sz="1300" dirty="0">
              <a:latin typeface="HSE Sans" panose="02000000000000000000" pitchFamily="2" charset="0"/>
            </a:endParaRPr>
          </a:p>
        </p:txBody>
      </p:sp>
      <p:sp>
        <p:nvSpPr>
          <p:cNvPr id="20" name="Текст 35">
            <a:extLst>
              <a:ext uri="{FF2B5EF4-FFF2-40B4-BE49-F238E27FC236}">
                <a16:creationId xmlns:a16="http://schemas.microsoft.com/office/drawing/2014/main" id="{B3D47CF6-5FC1-2346-8894-A7CC39063DE3}"/>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3" name="Текст 22">
            <a:extLst>
              <a:ext uri="{FF2B5EF4-FFF2-40B4-BE49-F238E27FC236}">
                <a16:creationId xmlns:a16="http://schemas.microsoft.com/office/drawing/2014/main" id="{CD14B8F3-89C2-9F45-809E-D1EAF85AC566}"/>
              </a:ext>
            </a:extLst>
          </p:cNvPr>
          <p:cNvSpPr>
            <a:spLocks noGrp="1"/>
          </p:cNvSpPr>
          <p:nvPr>
            <p:ph type="body" sz="quarter" idx="18" hasCustomPrompt="1"/>
          </p:nvPr>
        </p:nvSpPr>
        <p:spPr>
          <a:xfrm>
            <a:off x="6259892" y="2379663"/>
            <a:ext cx="5383968" cy="3451794"/>
          </a:xfrm>
          <a:prstGeom prst="rect">
            <a:avLst/>
          </a:prstGeom>
        </p:spPr>
        <p:txBody>
          <a:bodyPr lIns="0" tIns="0" rIns="0" bIns="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rgbClr val="0E2D69"/>
                </a:solidFill>
                <a:latin typeface="HSE Sans" panose="02000000000000000000" pitchFamily="2" charset="0"/>
              </a:defRPr>
            </a:lvl1pPr>
          </a:lstStyle>
          <a:p>
            <a:r>
              <a:rPr lang="en-US" sz="3200" dirty="0">
                <a:solidFill>
                  <a:srgbClr val="102D69"/>
                </a:solidFill>
                <a:latin typeface="HSE Sans" panose="02000000000000000000" pitchFamily="2" charset="0"/>
              </a:rPr>
              <a:t>Short phrase with important information can have a larger font size than normal, but we don’t recommend doing this often.</a:t>
            </a:r>
            <a:endParaRPr lang="ru-RU" sz="3200" dirty="0">
              <a:solidFill>
                <a:srgbClr val="102D69"/>
              </a:solidFill>
              <a:latin typeface="HSE Sans" panose="02000000000000000000" pitchFamily="2" charset="0"/>
            </a:endParaRPr>
          </a:p>
        </p:txBody>
      </p:sp>
      <p:sp>
        <p:nvSpPr>
          <p:cNvPr id="25" name="Заголовок 31">
            <a:extLst>
              <a:ext uri="{FF2B5EF4-FFF2-40B4-BE49-F238E27FC236}">
                <a16:creationId xmlns:a16="http://schemas.microsoft.com/office/drawing/2014/main" id="{B32DC3D4-97A5-3E4F-A29B-422D5E3129B7}"/>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5" name="Текст 37">
            <a:extLst>
              <a:ext uri="{FF2B5EF4-FFF2-40B4-BE49-F238E27FC236}">
                <a16:creationId xmlns:a16="http://schemas.microsoft.com/office/drawing/2014/main" id="{87E14987-3496-B241-A4C9-88FACDD837F5}"/>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6" name="Текст 39">
            <a:extLst>
              <a:ext uri="{FF2B5EF4-FFF2-40B4-BE49-F238E27FC236}">
                <a16:creationId xmlns:a16="http://schemas.microsoft.com/office/drawing/2014/main" id="{3DAEB9AB-245D-774E-9656-B80FCC7A20BB}"/>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98145217-7421-9C4F-9483-5AEA3D289575}"/>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663795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График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E89D752-CAC6-0943-9A3D-4C52DBF50CE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64D89E64-93BB-044D-B3D4-8F2679C5CA4C}"/>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D0C3B169-866D-C645-AF76-00F8C2A97E9B}"/>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FDDF48AB-D8AE-0E42-A544-8EA5B8744778}"/>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6DF89EC-1E7C-3B40-85F4-6D19A7D29AC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019D6862-BD52-734D-9E19-38C147CA2D2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B3F16318-C9C3-B948-A508-4BC53D0B7716}"/>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18" name="Текст 35">
            <a:extLst>
              <a:ext uri="{FF2B5EF4-FFF2-40B4-BE49-F238E27FC236}">
                <a16:creationId xmlns:a16="http://schemas.microsoft.com/office/drawing/2014/main" id="{23B3E5FB-BBCE-4149-AD9A-8CAB06CC9FCF}"/>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9" name="Текст 35">
            <a:extLst>
              <a:ext uri="{FF2B5EF4-FFF2-40B4-BE49-F238E27FC236}">
                <a16:creationId xmlns:a16="http://schemas.microsoft.com/office/drawing/2014/main" id="{658542D3-7E45-6E46-8039-27C4C43DD617}"/>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000" dirty="0">
                <a:latin typeface="HSE Sans" panose="02000000000000000000" pitchFamily="2" charset="0"/>
              </a:rPr>
              <a:t>Notes, other clarifications or additional information should be presented in a smaller size (10 </a:t>
            </a:r>
            <a:r>
              <a:rPr lang="en-US" sz="1000" dirty="0" err="1">
                <a:latin typeface="HSE Sans" panose="02000000000000000000" pitchFamily="2" charset="0"/>
              </a:rPr>
              <a:t>pt</a:t>
            </a:r>
            <a:r>
              <a:rPr lang="en-US" sz="1000" dirty="0">
                <a:latin typeface="HSE Sans" panose="02000000000000000000" pitchFamily="2" charset="0"/>
              </a:rPr>
              <a: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57965DCA-4776-7546-97FD-A69317A34CF2}"/>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15" name="Текст 37">
            <a:extLst>
              <a:ext uri="{FF2B5EF4-FFF2-40B4-BE49-F238E27FC236}">
                <a16:creationId xmlns:a16="http://schemas.microsoft.com/office/drawing/2014/main" id="{F0037DB7-9A83-3348-8DAE-CC70560E4099}"/>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4007716A-CF6E-BC4E-83BE-CC4A3F1F2008}"/>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4921AC85-F824-C54B-91ED-6AB495D80D7A}"/>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50711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График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11D7C3EB-CCEB-E142-9753-8B2D75A0A80D}"/>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527C9F89-51CC-D243-9351-73AB081DB944}"/>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F09EE119-6C80-E846-95F9-BB3907664128}"/>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C0A681B-44BF-6A46-98D8-483EF13B9114}"/>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5A5D7C-EB12-9D4D-A99A-4B26C81B738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D4C3D74D-BE91-9547-ADCA-ACCE93C18789}"/>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5">
            <a:extLst>
              <a:ext uri="{FF2B5EF4-FFF2-40B4-BE49-F238E27FC236}">
                <a16:creationId xmlns:a16="http://schemas.microsoft.com/office/drawing/2014/main" id="{5812BF3C-1D24-3640-84D2-BFFCA525AE5F}"/>
              </a:ext>
            </a:extLst>
          </p:cNvPr>
          <p:cNvSpPr>
            <a:spLocks noGrp="1"/>
          </p:cNvSpPr>
          <p:nvPr>
            <p:ph type="body" sz="quarter" idx="16" hasCustomPrompt="1"/>
          </p:nvPr>
        </p:nvSpPr>
        <p:spPr>
          <a:xfrm>
            <a:off x="585897" y="5183249"/>
            <a:ext cx="3934345" cy="553998"/>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ru-RU" sz="1000" dirty="0">
                <a:latin typeface="HSE Sans" panose="02000000000000000000" pitchFamily="2" charset="0"/>
              </a:rPr>
              <a:t>Примечания, или любая другая пояснительная или дополнительная информация набираются шрифтом размером 10 </a:t>
            </a:r>
            <a:r>
              <a:rPr lang="en-GB" sz="1000" dirty="0" err="1">
                <a:latin typeface="HSE Sans" panose="02000000000000000000" pitchFamily="2" charset="0"/>
              </a:rPr>
              <a:t>pt</a:t>
            </a:r>
            <a:endParaRPr lang="ru-RU" sz="1000" dirty="0">
              <a:latin typeface="HSE Sans" panose="02000000000000000000" pitchFamily="2" charset="0"/>
            </a:endParaRPr>
          </a:p>
        </p:txBody>
      </p:sp>
      <p:sp>
        <p:nvSpPr>
          <p:cNvPr id="21" name="Диаграмма 7">
            <a:extLst>
              <a:ext uri="{FF2B5EF4-FFF2-40B4-BE49-F238E27FC236}">
                <a16:creationId xmlns:a16="http://schemas.microsoft.com/office/drawing/2014/main" id="{BCBBDD44-9DC9-F74E-979F-120A7BBD4EE1}"/>
              </a:ext>
            </a:extLst>
          </p:cNvPr>
          <p:cNvSpPr>
            <a:spLocks noGrp="1"/>
          </p:cNvSpPr>
          <p:nvPr>
            <p:ph type="chart" sz="quarter" idx="10"/>
          </p:nvPr>
        </p:nvSpPr>
        <p:spPr>
          <a:xfrm>
            <a:off x="5272097" y="1447790"/>
            <a:ext cx="6371768" cy="4289457"/>
          </a:xfrm>
          <a:prstGeom prst="rect">
            <a:avLst/>
          </a:prstGeom>
        </p:spPr>
        <p:txBody>
          <a:bodyPr/>
          <a:lstStyle/>
          <a:p>
            <a:endParaRPr lang="ru-RU"/>
          </a:p>
        </p:txBody>
      </p:sp>
      <p:sp>
        <p:nvSpPr>
          <p:cNvPr id="23" name="Текст 22">
            <a:extLst>
              <a:ext uri="{FF2B5EF4-FFF2-40B4-BE49-F238E27FC236}">
                <a16:creationId xmlns:a16="http://schemas.microsoft.com/office/drawing/2014/main" id="{7C68DF7B-E804-E44B-83DF-5DC36AF76F43}"/>
              </a:ext>
            </a:extLst>
          </p:cNvPr>
          <p:cNvSpPr>
            <a:spLocks noGrp="1"/>
          </p:cNvSpPr>
          <p:nvPr>
            <p:ph type="body" sz="quarter" idx="17" hasCustomPrompt="1"/>
          </p:nvPr>
        </p:nvSpPr>
        <p:spPr>
          <a:xfrm>
            <a:off x="585788" y="1447064"/>
            <a:ext cx="4322762" cy="703205"/>
          </a:xfrm>
          <a:prstGeom prst="rect">
            <a:avLst/>
          </a:prstGeom>
        </p:spPr>
        <p:txBody>
          <a:bodyPr>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GB" sz="1600" dirty="0">
                <a:solidFill>
                  <a:srgbClr val="102D69"/>
                </a:solidFill>
                <a:latin typeface="HSE Sans" panose="02000000000000000000" pitchFamily="2" charset="0"/>
              </a:rPr>
              <a:t>Name of graph. Please note that table titles should be smaller than headlines (16 </a:t>
            </a:r>
            <a:r>
              <a:rPr lang="en-GB" sz="1600" dirty="0" err="1">
                <a:solidFill>
                  <a:srgbClr val="102D69"/>
                </a:solidFill>
                <a:latin typeface="HSE Sans" panose="02000000000000000000" pitchFamily="2" charset="0"/>
              </a:rPr>
              <a:t>pt</a:t>
            </a:r>
            <a:r>
              <a:rPr lang="en-GB"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28" name="Текст 35">
            <a:extLst>
              <a:ext uri="{FF2B5EF4-FFF2-40B4-BE49-F238E27FC236}">
                <a16:creationId xmlns:a16="http://schemas.microsoft.com/office/drawing/2014/main" id="{89E931D8-2901-A54D-86EA-096E47B81880}"/>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EB05FE86-9EEC-B64C-A6A4-0EF1E57F548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897B1CBC-D3E1-5F42-9E46-5C5D5982A1A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364269E6-245A-D54E-A8AD-14E29A03FAC1}"/>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76488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фры">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4" descr="Icon&#10;&#10;Description automatically generated">
            <a:extLst>
              <a:ext uri="{FF2B5EF4-FFF2-40B4-BE49-F238E27FC236}">
                <a16:creationId xmlns:a16="http://schemas.microsoft.com/office/drawing/2014/main" id="{E9A64721-E55E-8749-B29E-51DD8955936F}"/>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7" name="Straight Connector 19">
            <a:extLst>
              <a:ext uri="{FF2B5EF4-FFF2-40B4-BE49-F238E27FC236}">
                <a16:creationId xmlns:a16="http://schemas.microsoft.com/office/drawing/2014/main" id="{B0C162B7-B84F-874A-960E-31F512518C6E}"/>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1">
            <a:extLst>
              <a:ext uri="{FF2B5EF4-FFF2-40B4-BE49-F238E27FC236}">
                <a16:creationId xmlns:a16="http://schemas.microsoft.com/office/drawing/2014/main" id="{1CB321BB-9FE3-294F-85D8-AA7DC75CA4AF}"/>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5">
            <a:extLst>
              <a:ext uri="{FF2B5EF4-FFF2-40B4-BE49-F238E27FC236}">
                <a16:creationId xmlns:a16="http://schemas.microsoft.com/office/drawing/2014/main" id="{0A610A45-8712-8A45-AFB3-931CF468EC3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0460EF6-ECAD-8941-8132-1B3E005D6067}"/>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1" name="Straight Connector 59">
            <a:extLst>
              <a:ext uri="{FF2B5EF4-FFF2-40B4-BE49-F238E27FC236}">
                <a16:creationId xmlns:a16="http://schemas.microsoft.com/office/drawing/2014/main" id="{41AE56A2-5FAA-FD44-AE1A-338E1E304184}"/>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7" name="Заголовок 31">
            <a:extLst>
              <a:ext uri="{FF2B5EF4-FFF2-40B4-BE49-F238E27FC236}">
                <a16:creationId xmlns:a16="http://schemas.microsoft.com/office/drawing/2014/main" id="{3B28B62E-5EE9-834C-9BB6-BD66079B8164}"/>
              </a:ext>
            </a:extLst>
          </p:cNvPr>
          <p:cNvSpPr>
            <a:spLocks noGrp="1"/>
          </p:cNvSpPr>
          <p:nvPr>
            <p:ph type="title" hasCustomPrompt="1"/>
          </p:nvPr>
        </p:nvSpPr>
        <p:spPr>
          <a:xfrm>
            <a:off x="585897" y="1447790"/>
            <a:ext cx="11057955"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Headline may have two or three lines (24 </a:t>
            </a:r>
            <a:r>
              <a:rPr lang="en-US" sz="2400" dirty="0" err="1">
                <a:solidFill>
                  <a:srgbClr val="102D69"/>
                </a:solidFill>
                <a:latin typeface="HSE Sans" panose="02000000000000000000" pitchFamily="2" charset="0"/>
              </a:rPr>
              <a:t>pt</a:t>
            </a:r>
            <a:r>
              <a:rPr lang="en-US" sz="2400" dirty="0">
                <a:solidFill>
                  <a:srgbClr val="102D69"/>
                </a:solidFill>
                <a:latin typeface="HSE Sans" panose="02000000000000000000" pitchFamily="2" charset="0"/>
              </a:rPr>
              <a:t>)</a:t>
            </a:r>
            <a:endParaRPr lang="ru-RU" sz="2400" dirty="0">
              <a:solidFill>
                <a:srgbClr val="102D69"/>
              </a:solidFill>
              <a:latin typeface="HSE Sans" panose="02000000000000000000" pitchFamily="2" charset="0"/>
            </a:endParaRPr>
          </a:p>
        </p:txBody>
      </p:sp>
      <p:sp>
        <p:nvSpPr>
          <p:cNvPr id="24" name="Текст 35">
            <a:extLst>
              <a:ext uri="{FF2B5EF4-FFF2-40B4-BE49-F238E27FC236}">
                <a16:creationId xmlns:a16="http://schemas.microsoft.com/office/drawing/2014/main" id="{621215DE-C1FD-2B4C-B236-AF679CF906BE}"/>
              </a:ext>
            </a:extLst>
          </p:cNvPr>
          <p:cNvSpPr>
            <a:spLocks noGrp="1"/>
          </p:cNvSpPr>
          <p:nvPr>
            <p:ph type="body" sz="quarter" idx="12" hasCustomPrompt="1"/>
          </p:nvPr>
        </p:nvSpPr>
        <p:spPr>
          <a:xfrm>
            <a:off x="575076" y="4103994"/>
            <a:ext cx="2758143"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5" name="Текст 35">
            <a:extLst>
              <a:ext uri="{FF2B5EF4-FFF2-40B4-BE49-F238E27FC236}">
                <a16:creationId xmlns:a16="http://schemas.microsoft.com/office/drawing/2014/main" id="{8BC2F90D-0CE0-574C-A7C1-EAA3E6F1AB56}"/>
              </a:ext>
            </a:extLst>
          </p:cNvPr>
          <p:cNvSpPr>
            <a:spLocks noGrp="1"/>
          </p:cNvSpPr>
          <p:nvPr>
            <p:ph type="body" sz="quarter" idx="16" hasCustomPrompt="1"/>
          </p:nvPr>
        </p:nvSpPr>
        <p:spPr>
          <a:xfrm>
            <a:off x="4047007"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6" name="Текст 35">
            <a:extLst>
              <a:ext uri="{FF2B5EF4-FFF2-40B4-BE49-F238E27FC236}">
                <a16:creationId xmlns:a16="http://schemas.microsoft.com/office/drawing/2014/main" id="{239E188B-2696-8A48-9F8A-36223EEF61E9}"/>
              </a:ext>
            </a:extLst>
          </p:cNvPr>
          <p:cNvSpPr>
            <a:spLocks noGrp="1"/>
          </p:cNvSpPr>
          <p:nvPr>
            <p:ph type="body" sz="quarter" idx="17" hasCustomPrompt="1"/>
          </p:nvPr>
        </p:nvSpPr>
        <p:spPr>
          <a:xfrm>
            <a:off x="7518938" y="4103994"/>
            <a:ext cx="2757612" cy="156966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If you don’t have too much data, don’t worry. Provide several large figures with concise information explaining the figures. This can help you to present your data correctly and with some style.</a:t>
            </a:r>
            <a:endParaRPr lang="ru-RU" sz="1300" dirty="0">
              <a:latin typeface="HSE Sans" panose="02000000000000000000" pitchFamily="2" charset="0"/>
            </a:endParaRPr>
          </a:p>
        </p:txBody>
      </p:sp>
      <p:sp>
        <p:nvSpPr>
          <p:cNvPr id="28" name="Текст 27">
            <a:extLst>
              <a:ext uri="{FF2B5EF4-FFF2-40B4-BE49-F238E27FC236}">
                <a16:creationId xmlns:a16="http://schemas.microsoft.com/office/drawing/2014/main" id="{379BF4C6-F899-294C-B88E-8363AFBEEC2A}"/>
              </a:ext>
            </a:extLst>
          </p:cNvPr>
          <p:cNvSpPr>
            <a:spLocks noGrp="1"/>
          </p:cNvSpPr>
          <p:nvPr>
            <p:ph type="body" sz="quarter" idx="18" hasCustomPrompt="1"/>
          </p:nvPr>
        </p:nvSpPr>
        <p:spPr>
          <a:xfrm>
            <a:off x="575076"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152</a:t>
            </a:r>
            <a:endParaRPr lang="ru-RU" dirty="0"/>
          </a:p>
        </p:txBody>
      </p:sp>
      <p:sp>
        <p:nvSpPr>
          <p:cNvPr id="29" name="Текст 27">
            <a:extLst>
              <a:ext uri="{FF2B5EF4-FFF2-40B4-BE49-F238E27FC236}">
                <a16:creationId xmlns:a16="http://schemas.microsoft.com/office/drawing/2014/main" id="{DE7F352B-F6D9-B545-A835-443A55956E74}"/>
              </a:ext>
            </a:extLst>
          </p:cNvPr>
          <p:cNvSpPr>
            <a:spLocks noGrp="1"/>
          </p:cNvSpPr>
          <p:nvPr>
            <p:ph type="body" sz="quarter" idx="19" hasCustomPrompt="1"/>
          </p:nvPr>
        </p:nvSpPr>
        <p:spPr>
          <a:xfrm>
            <a:off x="4047007"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95</a:t>
            </a:r>
            <a:endParaRPr lang="ru-RU" dirty="0"/>
          </a:p>
        </p:txBody>
      </p:sp>
      <p:sp>
        <p:nvSpPr>
          <p:cNvPr id="30" name="Текст 27">
            <a:extLst>
              <a:ext uri="{FF2B5EF4-FFF2-40B4-BE49-F238E27FC236}">
                <a16:creationId xmlns:a16="http://schemas.microsoft.com/office/drawing/2014/main" id="{D1D5AF9F-C1B0-7842-8789-1DB8963D981B}"/>
              </a:ext>
            </a:extLst>
          </p:cNvPr>
          <p:cNvSpPr>
            <a:spLocks noGrp="1"/>
          </p:cNvSpPr>
          <p:nvPr>
            <p:ph type="body" sz="quarter" idx="20" hasCustomPrompt="1"/>
          </p:nvPr>
        </p:nvSpPr>
        <p:spPr>
          <a:xfrm>
            <a:off x="7518938" y="2710235"/>
            <a:ext cx="2758143" cy="1164116"/>
          </a:xfrm>
          <a:prstGeom prst="rect">
            <a:avLst/>
          </a:prstGeom>
        </p:spPr>
        <p:txBody>
          <a:bodyPr lIns="0" tIns="0" rIns="0" bIns="0">
            <a:noAutofit/>
          </a:bodyPr>
          <a:lstStyle>
            <a:lvl1pPr marL="0" indent="0">
              <a:buNone/>
              <a:defRPr sz="9600">
                <a:latin typeface="HSE Sans" panose="02000000000000000000" pitchFamily="2" charset="0"/>
              </a:defRPr>
            </a:lvl1pPr>
            <a:lvl2pPr>
              <a:defRPr sz="9600">
                <a:latin typeface="HSE Sans" panose="02000000000000000000" pitchFamily="2" charset="0"/>
              </a:defRPr>
            </a:lvl2pPr>
            <a:lvl3pPr>
              <a:defRPr sz="9600">
                <a:latin typeface="HSE Sans" panose="02000000000000000000" pitchFamily="2" charset="0"/>
              </a:defRPr>
            </a:lvl3pPr>
            <a:lvl4pPr>
              <a:defRPr sz="9600">
                <a:latin typeface="HSE Sans" panose="02000000000000000000" pitchFamily="2" charset="0"/>
              </a:defRPr>
            </a:lvl4pPr>
            <a:lvl5pPr>
              <a:defRPr sz="9600">
                <a:latin typeface="HSE Sans" panose="02000000000000000000" pitchFamily="2" charset="0"/>
              </a:defRPr>
            </a:lvl5pPr>
          </a:lstStyle>
          <a:p>
            <a:pPr lvl="0"/>
            <a:r>
              <a:rPr lang="ru-RU" sz="9600" dirty="0">
                <a:solidFill>
                  <a:srgbClr val="102D69"/>
                </a:solidFill>
                <a:latin typeface="HSE Sans" panose="02000000000000000000" pitchFamily="2" charset="0"/>
              </a:rPr>
              <a:t>284</a:t>
            </a:r>
            <a:endParaRPr lang="ru-RU" dirty="0"/>
          </a:p>
        </p:txBody>
      </p:sp>
      <p:sp>
        <p:nvSpPr>
          <p:cNvPr id="18" name="Текст 37">
            <a:extLst>
              <a:ext uri="{FF2B5EF4-FFF2-40B4-BE49-F238E27FC236}">
                <a16:creationId xmlns:a16="http://schemas.microsoft.com/office/drawing/2014/main" id="{37B4962B-A5BA-AB4F-AFB3-5BF3A0AD0352}"/>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9" name="Текст 39">
            <a:extLst>
              <a:ext uri="{FF2B5EF4-FFF2-40B4-BE49-F238E27FC236}">
                <a16:creationId xmlns:a16="http://schemas.microsoft.com/office/drawing/2014/main" id="{78AD85C2-6CFD-A94C-8134-2B3392A33196}"/>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C50CF571-E523-5440-B1C9-D74160206AED}"/>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057052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Таблица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descr="Icon&#10;&#10;Description automatically generated">
            <a:extLst>
              <a:ext uri="{FF2B5EF4-FFF2-40B4-BE49-F238E27FC236}">
                <a16:creationId xmlns:a16="http://schemas.microsoft.com/office/drawing/2014/main" id="{C5425806-16DD-844E-927C-26E7143A9ED8}"/>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6" name="Straight Connector 19">
            <a:extLst>
              <a:ext uri="{FF2B5EF4-FFF2-40B4-BE49-F238E27FC236}">
                <a16:creationId xmlns:a16="http://schemas.microsoft.com/office/drawing/2014/main" id="{479746FF-3282-DF46-9D7C-D80431604A55}"/>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7" name="Straight Connector 21">
            <a:extLst>
              <a:ext uri="{FF2B5EF4-FFF2-40B4-BE49-F238E27FC236}">
                <a16:creationId xmlns:a16="http://schemas.microsoft.com/office/drawing/2014/main" id="{51B44297-B0E7-D74D-B291-D39A0D468B42}"/>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8" name="Straight Connector 25">
            <a:extLst>
              <a:ext uri="{FF2B5EF4-FFF2-40B4-BE49-F238E27FC236}">
                <a16:creationId xmlns:a16="http://schemas.microsoft.com/office/drawing/2014/main" id="{0EA4A057-F0CB-E04F-B472-4A1ABFB64C66}"/>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64502F5-56EE-354B-A3B1-E79F8B00517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0" name="Straight Connector 59">
            <a:extLst>
              <a:ext uri="{FF2B5EF4-FFF2-40B4-BE49-F238E27FC236}">
                <a16:creationId xmlns:a16="http://schemas.microsoft.com/office/drawing/2014/main" id="{A80E0956-5C10-CC40-A426-CBD2E0C4158E}"/>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5" name="Текст 22">
            <a:extLst>
              <a:ext uri="{FF2B5EF4-FFF2-40B4-BE49-F238E27FC236}">
                <a16:creationId xmlns:a16="http://schemas.microsoft.com/office/drawing/2014/main" id="{51340CB4-0355-3640-A212-F684523CDCCF}"/>
              </a:ext>
            </a:extLst>
          </p:cNvPr>
          <p:cNvSpPr>
            <a:spLocks noGrp="1"/>
          </p:cNvSpPr>
          <p:nvPr>
            <p:ph type="body" sz="quarter" idx="17" hasCustomPrompt="1"/>
          </p:nvPr>
        </p:nvSpPr>
        <p:spPr>
          <a:xfrm>
            <a:off x="585787" y="1447065"/>
            <a:ext cx="11058065" cy="307778"/>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7" name="Текст 16">
            <a:extLst>
              <a:ext uri="{FF2B5EF4-FFF2-40B4-BE49-F238E27FC236}">
                <a16:creationId xmlns:a16="http://schemas.microsoft.com/office/drawing/2014/main" id="{8C6F2EA4-CEDC-324C-9C06-8713118041EB}"/>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19" name="Таблица 18">
            <a:extLst>
              <a:ext uri="{FF2B5EF4-FFF2-40B4-BE49-F238E27FC236}">
                <a16:creationId xmlns:a16="http://schemas.microsoft.com/office/drawing/2014/main" id="{7B291085-A9B9-D842-B1A7-96258FAF012C}"/>
              </a:ext>
            </a:extLst>
          </p:cNvPr>
          <p:cNvSpPr>
            <a:spLocks noGrp="1"/>
          </p:cNvSpPr>
          <p:nvPr>
            <p:ph type="tbl" sz="quarter" idx="19"/>
          </p:nvPr>
        </p:nvSpPr>
        <p:spPr>
          <a:xfrm>
            <a:off x="585787" y="1984076"/>
            <a:ext cx="11058527" cy="3519576"/>
          </a:xfrm>
          <a:prstGeom prst="rect">
            <a:avLst/>
          </a:prstGeom>
        </p:spPr>
        <p:txBody>
          <a:bodyPr/>
          <a:lstStyle/>
          <a:p>
            <a:endParaRPr lang="ru-RU"/>
          </a:p>
        </p:txBody>
      </p:sp>
      <p:sp>
        <p:nvSpPr>
          <p:cNvPr id="16" name="Текст 37">
            <a:extLst>
              <a:ext uri="{FF2B5EF4-FFF2-40B4-BE49-F238E27FC236}">
                <a16:creationId xmlns:a16="http://schemas.microsoft.com/office/drawing/2014/main" id="{252B365F-6D89-0045-99CC-0F0D3EF2DA0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18" name="Текст 39">
            <a:extLst>
              <a:ext uri="{FF2B5EF4-FFF2-40B4-BE49-F238E27FC236}">
                <a16:creationId xmlns:a16="http://schemas.microsoft.com/office/drawing/2014/main" id="{C9CC4AE0-EDCC-9A4F-97C4-4CAFF1F1EBCF}"/>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0" name="Текст 39">
            <a:extLst>
              <a:ext uri="{FF2B5EF4-FFF2-40B4-BE49-F238E27FC236}">
                <a16:creationId xmlns:a16="http://schemas.microsoft.com/office/drawing/2014/main" id="{185F6674-A1EC-1846-AEB5-DA4959807147}"/>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24401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аблица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259ABC72-D738-1143-BF2A-D85AE9A4F73B}"/>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237A1E42-2FC3-8841-8C41-992C5BC2368D}"/>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47503EA0-3883-E24D-9EB8-7B6175182929}"/>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E0144DF2-9891-324D-B34E-AFA025FBCBF9}"/>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3F65D6-1072-F140-B6A5-758D7B595A9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5F1F09D4-22FA-7B4B-9488-F8FDDCC2D447}"/>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8" name="Текст 22">
            <a:extLst>
              <a:ext uri="{FF2B5EF4-FFF2-40B4-BE49-F238E27FC236}">
                <a16:creationId xmlns:a16="http://schemas.microsoft.com/office/drawing/2014/main" id="{4D940599-2B77-CE47-91E6-CDB51ADE1840}"/>
              </a:ext>
            </a:extLst>
          </p:cNvPr>
          <p:cNvSpPr>
            <a:spLocks noGrp="1"/>
          </p:cNvSpPr>
          <p:nvPr>
            <p:ph type="body" sz="quarter" idx="17" hasCustomPrompt="1"/>
          </p:nvPr>
        </p:nvSpPr>
        <p:spPr>
          <a:xfrm>
            <a:off x="585787" y="1447064"/>
            <a:ext cx="7617877" cy="537011"/>
          </a:xfrm>
          <a:prstGeom prst="rect">
            <a:avLst/>
          </a:prstGeom>
        </p:spPr>
        <p:txBody>
          <a:bodyPr lIns="0" tIns="0" rIns="0" bIns="0">
            <a:noAutofit/>
          </a:bodyPr>
          <a:lstStyle>
            <a:lvl1pPr marL="0" indent="0">
              <a:buNone/>
              <a:defRPr sz="1600" b="0" i="0">
                <a:solidFill>
                  <a:srgbClr val="0E2D69"/>
                </a:solidFill>
                <a:latin typeface="HSE Sans" panose="02000000000000000000" pitchFamily="2" charset="0"/>
              </a:defRPr>
            </a:lvl1pPr>
            <a:lvl2pPr>
              <a:defRPr sz="1600" b="0" i="0">
                <a:solidFill>
                  <a:srgbClr val="0E2D69"/>
                </a:solidFill>
                <a:latin typeface="HSE Sans" panose="02000000000000000000" pitchFamily="2" charset="0"/>
              </a:defRPr>
            </a:lvl2pPr>
            <a:lvl3pPr>
              <a:defRPr sz="1600" b="0" i="0">
                <a:solidFill>
                  <a:srgbClr val="0E2D69"/>
                </a:solidFill>
                <a:latin typeface="HSE Sans" panose="02000000000000000000" pitchFamily="2" charset="0"/>
              </a:defRPr>
            </a:lvl3pPr>
            <a:lvl4pPr>
              <a:defRPr sz="1600" b="0" i="0">
                <a:solidFill>
                  <a:srgbClr val="0E2D69"/>
                </a:solidFill>
                <a:latin typeface="HSE Sans" panose="02000000000000000000" pitchFamily="2" charset="0"/>
              </a:defRPr>
            </a:lvl4pPr>
            <a:lvl5pPr>
              <a:defRPr sz="1600" b="0" i="0">
                <a:solidFill>
                  <a:srgbClr val="0E2D69"/>
                </a:solidFill>
                <a:latin typeface="HSE Sans" panose="02000000000000000000" pitchFamily="2" charset="0"/>
              </a:defRPr>
            </a:lvl5pPr>
          </a:lstStyle>
          <a:p>
            <a:r>
              <a:rPr lang="en-US" sz="1600" dirty="0">
                <a:solidFill>
                  <a:srgbClr val="102D69"/>
                </a:solidFill>
                <a:latin typeface="HSE Sans" panose="02000000000000000000" pitchFamily="2" charset="0"/>
              </a:rPr>
              <a:t>Name of table</a:t>
            </a:r>
            <a:r>
              <a:rPr lang="ru-RU" sz="1600" dirty="0">
                <a:solidFill>
                  <a:srgbClr val="102D69"/>
                </a:solidFill>
                <a:latin typeface="HSE Sans" panose="02000000000000000000" pitchFamily="2" charset="0"/>
              </a:rPr>
              <a:t>. </a:t>
            </a:r>
            <a:r>
              <a:rPr lang="en-US" sz="1600" dirty="0">
                <a:solidFill>
                  <a:srgbClr val="102D69"/>
                </a:solidFill>
                <a:latin typeface="HSE Sans" panose="02000000000000000000" pitchFamily="2" charset="0"/>
              </a:rPr>
              <a:t>Please note that the name of the table should be smaller than headlines (16 </a:t>
            </a:r>
            <a:r>
              <a:rPr lang="en-US" sz="1600" dirty="0" err="1">
                <a:solidFill>
                  <a:srgbClr val="102D69"/>
                </a:solidFill>
                <a:latin typeface="HSE Sans" panose="02000000000000000000" pitchFamily="2" charset="0"/>
              </a:rPr>
              <a:t>pt</a:t>
            </a:r>
            <a:r>
              <a:rPr lang="en-US" sz="1600" dirty="0">
                <a:solidFill>
                  <a:srgbClr val="102D69"/>
                </a:solidFill>
                <a:latin typeface="HSE Sans" panose="02000000000000000000" pitchFamily="2" charset="0"/>
              </a:rPr>
              <a:t>)</a:t>
            </a:r>
            <a:endParaRPr lang="ru-RU" sz="1600" dirty="0">
              <a:solidFill>
                <a:srgbClr val="102D69"/>
              </a:solidFill>
              <a:latin typeface="HSE Sans" panose="02000000000000000000" pitchFamily="2" charset="0"/>
            </a:endParaRPr>
          </a:p>
        </p:txBody>
      </p:sp>
      <p:sp>
        <p:nvSpPr>
          <p:cNvPr id="19" name="Текст 16">
            <a:extLst>
              <a:ext uri="{FF2B5EF4-FFF2-40B4-BE49-F238E27FC236}">
                <a16:creationId xmlns:a16="http://schemas.microsoft.com/office/drawing/2014/main" id="{A7333712-9DED-4F4B-B209-2F13075EDB3F}"/>
              </a:ext>
            </a:extLst>
          </p:cNvPr>
          <p:cNvSpPr>
            <a:spLocks noGrp="1"/>
          </p:cNvSpPr>
          <p:nvPr>
            <p:ph type="body" sz="quarter" idx="18" hasCustomPrompt="1"/>
          </p:nvPr>
        </p:nvSpPr>
        <p:spPr>
          <a:xfrm>
            <a:off x="585788" y="5739189"/>
            <a:ext cx="6824303" cy="703205"/>
          </a:xfrm>
          <a:prstGeom prst="rect">
            <a:avLst/>
          </a:prstGeom>
        </p:spPr>
        <p:txBody>
          <a:bodyPr lIns="0" tIns="0" rIns="0" bIns="0">
            <a:normAutofit/>
          </a:bodyPr>
          <a:lstStyle>
            <a:lvl1pPr marL="0" marR="0" indent="0" algn="l" defTabSz="914400" rtl="0" eaLnBrk="1" fontAlgn="auto" latinLnBrk="0" hangingPunct="1">
              <a:lnSpc>
                <a:spcPct val="100000"/>
              </a:lnSpc>
              <a:spcBef>
                <a:spcPts val="600"/>
              </a:spcBef>
              <a:spcAft>
                <a:spcPts val="0"/>
              </a:spcAft>
              <a:buClrTx/>
              <a:buSzTx/>
              <a:buFontTx/>
              <a:buNone/>
              <a:tabLst/>
              <a:defRPr sz="1300" b="0" i="0">
                <a:solidFill>
                  <a:srgbClr val="0E2D69"/>
                </a:solidFill>
                <a:latin typeface="HSE Sans" panose="02000000000000000000" pitchFamily="2" charset="0"/>
              </a:defRPr>
            </a:lvl1pPr>
            <a:lvl2pPr>
              <a:defRPr sz="1300" b="0" i="0">
                <a:solidFill>
                  <a:srgbClr val="0E2D69"/>
                </a:solidFill>
                <a:latin typeface="HSE Sans" panose="02000000000000000000" pitchFamily="2" charset="0"/>
              </a:defRPr>
            </a:lvl2pPr>
            <a:lvl3pPr>
              <a:defRPr sz="1300" b="0" i="0">
                <a:solidFill>
                  <a:srgbClr val="0E2D69"/>
                </a:solidFill>
                <a:latin typeface="HSE Sans" panose="02000000000000000000" pitchFamily="2" charset="0"/>
              </a:defRPr>
            </a:lvl3pPr>
            <a:lvl4pPr>
              <a:defRPr sz="1300" b="0" i="0">
                <a:solidFill>
                  <a:srgbClr val="0E2D69"/>
                </a:solidFill>
                <a:latin typeface="HSE Sans" panose="02000000000000000000" pitchFamily="2" charset="0"/>
              </a:defRPr>
            </a:lvl4pPr>
            <a:lvl5pPr>
              <a:defRPr sz="1300" b="0" i="0">
                <a:solidFill>
                  <a:srgbClr val="0E2D69"/>
                </a:solidFill>
                <a:latin typeface="HSE Sans" panose="02000000000000000000" pitchFamily="2" charset="0"/>
              </a:defRPr>
            </a:lvl5p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300" b="0" dirty="0">
                <a:ln>
                  <a:noFill/>
                </a:ln>
                <a:latin typeface="HSE Sans" panose="02000000000000000000" pitchFamily="2" charset="0"/>
              </a:rPr>
              <a:t>We recommend using bold face with due care; try using bold face for important information. </a:t>
            </a:r>
            <a:r>
              <a:rPr lang="en-US" sz="1300" dirty="0">
                <a:latin typeface="HSE Sans" panose="02000000000000000000" pitchFamily="2" charset="0"/>
              </a:rPr>
              <a:t>Also, try not to use bold face with cell shading; one feature should be sufficient.</a:t>
            </a:r>
            <a:endParaRPr lang="en-RU" sz="1300" b="0" dirty="0">
              <a:ln>
                <a:noFill/>
              </a:ln>
              <a:latin typeface="HSE Sans" panose="02000000000000000000" pitchFamily="2" charset="0"/>
            </a:endParaRPr>
          </a:p>
        </p:txBody>
      </p:sp>
      <p:sp>
        <p:nvSpPr>
          <p:cNvPr id="20" name="Таблица 18">
            <a:extLst>
              <a:ext uri="{FF2B5EF4-FFF2-40B4-BE49-F238E27FC236}">
                <a16:creationId xmlns:a16="http://schemas.microsoft.com/office/drawing/2014/main" id="{DD467C42-8209-B740-8419-DBB6A6F7D5EE}"/>
              </a:ext>
            </a:extLst>
          </p:cNvPr>
          <p:cNvSpPr>
            <a:spLocks noGrp="1"/>
          </p:cNvSpPr>
          <p:nvPr>
            <p:ph type="tbl" sz="quarter" idx="19"/>
          </p:nvPr>
        </p:nvSpPr>
        <p:spPr>
          <a:xfrm>
            <a:off x="585787" y="2208362"/>
            <a:ext cx="7617895" cy="3295290"/>
          </a:xfrm>
          <a:prstGeom prst="rect">
            <a:avLst/>
          </a:prstGeom>
        </p:spPr>
        <p:txBody>
          <a:bodyPr/>
          <a:lstStyle/>
          <a:p>
            <a:endParaRPr lang="ru-RU"/>
          </a:p>
        </p:txBody>
      </p:sp>
      <p:sp>
        <p:nvSpPr>
          <p:cNvPr id="21" name="Текст 35">
            <a:extLst>
              <a:ext uri="{FF2B5EF4-FFF2-40B4-BE49-F238E27FC236}">
                <a16:creationId xmlns:a16="http://schemas.microsoft.com/office/drawing/2014/main" id="{B4309850-76EA-224C-A9E2-B6BBDBF99DE2}"/>
              </a:ext>
            </a:extLst>
          </p:cNvPr>
          <p:cNvSpPr>
            <a:spLocks noGrp="1"/>
          </p:cNvSpPr>
          <p:nvPr>
            <p:ph type="body" sz="quarter" idx="12" hasCustomPrompt="1"/>
          </p:nvPr>
        </p:nvSpPr>
        <p:spPr>
          <a:xfrm>
            <a:off x="8686807" y="2208363"/>
            <a:ext cx="2930666" cy="2570672"/>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GB" sz="1300" dirty="0">
                <a:latin typeface="HSE Sans" panose="02000000000000000000" pitchFamily="2" charset="0"/>
              </a:rPr>
              <a:t>Lorem ipsum </a:t>
            </a:r>
            <a:r>
              <a:rPr lang="en-GB" sz="1300" dirty="0" err="1">
                <a:latin typeface="HSE Sans" panose="02000000000000000000" pitchFamily="2" charset="0"/>
              </a:rPr>
              <a:t>dolor</a:t>
            </a:r>
            <a:r>
              <a:rPr lang="en-GB" sz="1300" dirty="0">
                <a:latin typeface="HSE Sans" panose="02000000000000000000" pitchFamily="2" charset="0"/>
              </a:rPr>
              <a:t> sit </a:t>
            </a:r>
            <a:r>
              <a:rPr lang="en-GB" sz="1300" dirty="0" err="1">
                <a:latin typeface="HSE Sans" panose="02000000000000000000" pitchFamily="2" charset="0"/>
              </a:rPr>
              <a:t>amet</a:t>
            </a:r>
            <a:r>
              <a:rPr lang="en-GB" sz="1300" dirty="0">
                <a:latin typeface="HSE Sans" panose="02000000000000000000" pitchFamily="2" charset="0"/>
              </a:rPr>
              <a:t>, </a:t>
            </a:r>
            <a:r>
              <a:rPr lang="en-GB" sz="1300" dirty="0" err="1">
                <a:latin typeface="HSE Sans" panose="02000000000000000000" pitchFamily="2" charset="0"/>
              </a:rPr>
              <a:t>consectetur</a:t>
            </a:r>
            <a:r>
              <a:rPr lang="en-GB" sz="1300" dirty="0">
                <a:latin typeface="HSE Sans" panose="02000000000000000000" pitchFamily="2" charset="0"/>
              </a:rPr>
              <a:t> </a:t>
            </a:r>
            <a:r>
              <a:rPr lang="en-GB" sz="1300" dirty="0" err="1">
                <a:latin typeface="HSE Sans" panose="02000000000000000000" pitchFamily="2" charset="0"/>
              </a:rPr>
              <a:t>adipiscing</a:t>
            </a:r>
            <a:r>
              <a:rPr lang="en-GB" sz="1300" dirty="0">
                <a:latin typeface="HSE Sans" panose="02000000000000000000" pitchFamily="2" charset="0"/>
              </a:rPr>
              <a:t> </a:t>
            </a:r>
            <a:r>
              <a:rPr lang="en-GB" sz="1300" dirty="0" err="1">
                <a:latin typeface="HSE Sans" panose="02000000000000000000" pitchFamily="2" charset="0"/>
              </a:rPr>
              <a:t>elit</a:t>
            </a:r>
            <a:r>
              <a:rPr lang="en-GB" sz="1300" dirty="0">
                <a:latin typeface="HSE Sans" panose="02000000000000000000" pitchFamily="2" charset="0"/>
              </a:rPr>
              <a:t>, </a:t>
            </a:r>
            <a:r>
              <a:rPr lang="en-GB" sz="1300" dirty="0" err="1">
                <a:latin typeface="HSE Sans" panose="02000000000000000000" pitchFamily="2" charset="0"/>
              </a:rPr>
              <a:t>sed</a:t>
            </a:r>
            <a:r>
              <a:rPr lang="en-GB" sz="1300" dirty="0">
                <a:latin typeface="HSE Sans" panose="02000000000000000000" pitchFamily="2" charset="0"/>
              </a:rPr>
              <a:t> do </a:t>
            </a:r>
            <a:r>
              <a:rPr lang="en-GB" sz="1300" dirty="0" err="1">
                <a:latin typeface="HSE Sans" panose="02000000000000000000" pitchFamily="2" charset="0"/>
              </a:rPr>
              <a:t>eiusmod</a:t>
            </a:r>
            <a:r>
              <a:rPr lang="en-GB" sz="1300" dirty="0">
                <a:latin typeface="HSE Sans" panose="02000000000000000000" pitchFamily="2" charset="0"/>
              </a:rPr>
              <a:t> </a:t>
            </a:r>
            <a:r>
              <a:rPr lang="en-GB" sz="1300" dirty="0" err="1">
                <a:latin typeface="HSE Sans" panose="02000000000000000000" pitchFamily="2" charset="0"/>
              </a:rPr>
              <a:t>tempor</a:t>
            </a:r>
            <a:r>
              <a:rPr lang="en-GB" sz="1300" dirty="0">
                <a:latin typeface="HSE Sans" panose="02000000000000000000" pitchFamily="2" charset="0"/>
              </a:rPr>
              <a:t> </a:t>
            </a:r>
            <a:r>
              <a:rPr lang="en-GB" sz="1300" dirty="0" err="1">
                <a:latin typeface="HSE Sans" panose="02000000000000000000" pitchFamily="2" charset="0"/>
              </a:rPr>
              <a:t>incididunt</a:t>
            </a:r>
            <a:r>
              <a:rPr lang="en-GB" sz="1300" dirty="0">
                <a:latin typeface="HSE Sans" panose="02000000000000000000" pitchFamily="2" charset="0"/>
              </a:rPr>
              <a:t>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labore</a:t>
            </a:r>
            <a:r>
              <a:rPr lang="en-GB" sz="1300" dirty="0">
                <a:latin typeface="HSE Sans" panose="02000000000000000000" pitchFamily="2" charset="0"/>
              </a:rPr>
              <a:t> et dolore magna </a:t>
            </a:r>
            <a:r>
              <a:rPr lang="en-GB" sz="1300" dirty="0" err="1">
                <a:latin typeface="HSE Sans" panose="02000000000000000000" pitchFamily="2" charset="0"/>
              </a:rPr>
              <a:t>aliqua</a:t>
            </a:r>
            <a:r>
              <a:rPr lang="en-GB" sz="1300" dirty="0">
                <a:latin typeface="HSE Sans" panose="02000000000000000000" pitchFamily="2" charset="0"/>
              </a:rPr>
              <a:t>. Ut </a:t>
            </a:r>
            <a:r>
              <a:rPr lang="en-GB" sz="1300" dirty="0" err="1">
                <a:latin typeface="HSE Sans" panose="02000000000000000000" pitchFamily="2" charset="0"/>
              </a:rPr>
              <a:t>enim</a:t>
            </a:r>
            <a:r>
              <a:rPr lang="en-GB" sz="1300" dirty="0">
                <a:latin typeface="HSE Sans" panose="02000000000000000000" pitchFamily="2" charset="0"/>
              </a:rPr>
              <a:t> ad minim </a:t>
            </a:r>
            <a:r>
              <a:rPr lang="en-GB" sz="1300" dirty="0" err="1">
                <a:latin typeface="HSE Sans" panose="02000000000000000000" pitchFamily="2" charset="0"/>
              </a:rPr>
              <a:t>veniam</a:t>
            </a:r>
            <a:r>
              <a:rPr lang="en-GB" sz="1300" dirty="0">
                <a:latin typeface="HSE Sans" panose="02000000000000000000" pitchFamily="2" charset="0"/>
              </a:rPr>
              <a:t>, </a:t>
            </a:r>
            <a:r>
              <a:rPr lang="en-GB" sz="1300" dirty="0" err="1">
                <a:latin typeface="HSE Sans" panose="02000000000000000000" pitchFamily="2" charset="0"/>
              </a:rPr>
              <a:t>quis</a:t>
            </a:r>
            <a:r>
              <a:rPr lang="en-GB" sz="1300" dirty="0">
                <a:latin typeface="HSE Sans" panose="02000000000000000000" pitchFamily="2" charset="0"/>
              </a:rPr>
              <a:t> </a:t>
            </a:r>
            <a:r>
              <a:rPr lang="en-GB" sz="1300" dirty="0" err="1">
                <a:latin typeface="HSE Sans" panose="02000000000000000000" pitchFamily="2" charset="0"/>
              </a:rPr>
              <a:t>nostrud</a:t>
            </a:r>
            <a:r>
              <a:rPr lang="en-GB" sz="1300" dirty="0">
                <a:latin typeface="HSE Sans" panose="02000000000000000000" pitchFamily="2" charset="0"/>
              </a:rPr>
              <a:t> exercitation </a:t>
            </a:r>
            <a:r>
              <a:rPr lang="en-GB" sz="1300" dirty="0" err="1">
                <a:latin typeface="HSE Sans" panose="02000000000000000000" pitchFamily="2" charset="0"/>
              </a:rPr>
              <a:t>ullamco</a:t>
            </a:r>
            <a:r>
              <a:rPr lang="en-GB" sz="1300" dirty="0">
                <a:latin typeface="HSE Sans" panose="02000000000000000000" pitchFamily="2" charset="0"/>
              </a:rPr>
              <a:t> </a:t>
            </a:r>
            <a:r>
              <a:rPr lang="en-GB" sz="1300" dirty="0" err="1">
                <a:latin typeface="HSE Sans" panose="02000000000000000000" pitchFamily="2" charset="0"/>
              </a:rPr>
              <a:t>laboris</a:t>
            </a:r>
            <a:r>
              <a:rPr lang="en-GB" sz="1300" dirty="0">
                <a:latin typeface="HSE Sans" panose="02000000000000000000" pitchFamily="2" charset="0"/>
              </a:rPr>
              <a:t> nisi </a:t>
            </a:r>
            <a:r>
              <a:rPr lang="en-GB" sz="1300" dirty="0" err="1">
                <a:latin typeface="HSE Sans" panose="02000000000000000000" pitchFamily="2" charset="0"/>
              </a:rPr>
              <a:t>ut</a:t>
            </a:r>
            <a:r>
              <a:rPr lang="en-GB" sz="1300" dirty="0">
                <a:latin typeface="HSE Sans" panose="02000000000000000000" pitchFamily="2" charset="0"/>
              </a:rPr>
              <a:t> </a:t>
            </a:r>
            <a:r>
              <a:rPr lang="en-GB" sz="1300" dirty="0" err="1">
                <a:latin typeface="HSE Sans" panose="02000000000000000000" pitchFamily="2" charset="0"/>
              </a:rPr>
              <a:t>aliquip</a:t>
            </a:r>
            <a:r>
              <a:rPr lang="en-GB" sz="1300" dirty="0">
                <a:latin typeface="HSE Sans" panose="02000000000000000000" pitchFamily="2" charset="0"/>
              </a:rPr>
              <a:t> ex </a:t>
            </a:r>
            <a:r>
              <a:rPr lang="en-GB" sz="1300" dirty="0" err="1">
                <a:latin typeface="HSE Sans" panose="02000000000000000000" pitchFamily="2" charset="0"/>
              </a:rPr>
              <a:t>ea</a:t>
            </a:r>
            <a:r>
              <a:rPr lang="en-GB" sz="1300" dirty="0">
                <a:latin typeface="HSE Sans" panose="02000000000000000000" pitchFamily="2" charset="0"/>
              </a:rPr>
              <a:t> </a:t>
            </a:r>
            <a:r>
              <a:rPr lang="en-GB" sz="1300" dirty="0" err="1">
                <a:latin typeface="HSE Sans" panose="02000000000000000000" pitchFamily="2" charset="0"/>
              </a:rPr>
              <a:t>commodo</a:t>
            </a:r>
            <a:r>
              <a:rPr lang="en-GB" sz="1300" dirty="0">
                <a:latin typeface="HSE Sans" panose="02000000000000000000" pitchFamily="2" charset="0"/>
              </a:rPr>
              <a:t> </a:t>
            </a:r>
            <a:r>
              <a:rPr lang="en-GB" sz="1300" dirty="0" err="1">
                <a:latin typeface="HSE Sans" panose="02000000000000000000" pitchFamily="2" charset="0"/>
              </a:rPr>
              <a:t>consequat</a:t>
            </a:r>
            <a:r>
              <a:rPr lang="en-GB" sz="1300" dirty="0">
                <a:latin typeface="HSE Sans" panose="02000000000000000000" pitchFamily="2" charset="0"/>
              </a:rPr>
              <a:t>. Duis </a:t>
            </a:r>
            <a:r>
              <a:rPr lang="en-GB" sz="1300" dirty="0" err="1">
                <a:latin typeface="HSE Sans" panose="02000000000000000000" pitchFamily="2" charset="0"/>
              </a:rPr>
              <a:t>aute</a:t>
            </a:r>
            <a:r>
              <a:rPr lang="en-GB" sz="1300" dirty="0">
                <a:latin typeface="HSE Sans" panose="02000000000000000000" pitchFamily="2" charset="0"/>
              </a:rPr>
              <a:t> </a:t>
            </a:r>
            <a:r>
              <a:rPr lang="en-GB" sz="1300" dirty="0" err="1">
                <a:latin typeface="HSE Sans" panose="02000000000000000000" pitchFamily="2" charset="0"/>
              </a:rPr>
              <a:t>irure</a:t>
            </a:r>
            <a:r>
              <a:rPr lang="en-GB" sz="1300" dirty="0">
                <a:latin typeface="HSE Sans" panose="02000000000000000000" pitchFamily="2" charset="0"/>
              </a:rPr>
              <a:t> </a:t>
            </a:r>
            <a:r>
              <a:rPr lang="en-GB" sz="1300" dirty="0" err="1">
                <a:latin typeface="HSE Sans" panose="02000000000000000000" pitchFamily="2" charset="0"/>
              </a:rPr>
              <a:t>dolor</a:t>
            </a:r>
            <a:r>
              <a:rPr lang="en-GB" sz="1300" dirty="0">
                <a:latin typeface="HSE Sans" panose="02000000000000000000" pitchFamily="2" charset="0"/>
              </a:rPr>
              <a:t> in </a:t>
            </a:r>
            <a:r>
              <a:rPr lang="en-GB" sz="1300" dirty="0" err="1">
                <a:latin typeface="HSE Sans" panose="02000000000000000000" pitchFamily="2" charset="0"/>
              </a:rPr>
              <a:t>reprehenderit</a:t>
            </a:r>
            <a:r>
              <a:rPr lang="en-GB" sz="1300" dirty="0">
                <a:latin typeface="HSE Sans" panose="02000000000000000000" pitchFamily="2" charset="0"/>
              </a:rPr>
              <a:t> in </a:t>
            </a:r>
            <a:r>
              <a:rPr lang="en-GB" sz="1300" dirty="0" err="1">
                <a:latin typeface="HSE Sans" panose="02000000000000000000" pitchFamily="2" charset="0"/>
              </a:rPr>
              <a:t>voluptate</a:t>
            </a:r>
            <a:r>
              <a:rPr lang="en-GB" sz="1300" dirty="0">
                <a:latin typeface="HSE Sans" panose="02000000000000000000" pitchFamily="2" charset="0"/>
              </a:rPr>
              <a:t> </a:t>
            </a:r>
            <a:r>
              <a:rPr lang="en-GB" sz="1300" dirty="0" err="1">
                <a:latin typeface="HSE Sans" panose="02000000000000000000" pitchFamily="2" charset="0"/>
              </a:rPr>
              <a:t>velit</a:t>
            </a:r>
            <a:r>
              <a:rPr lang="en-GB" sz="1300" dirty="0">
                <a:latin typeface="HSE Sans" panose="02000000000000000000" pitchFamily="2" charset="0"/>
              </a:rPr>
              <a:t> </a:t>
            </a:r>
            <a:r>
              <a:rPr lang="en-GB" sz="1300" dirty="0" err="1">
                <a:latin typeface="HSE Sans" panose="02000000000000000000" pitchFamily="2" charset="0"/>
              </a:rPr>
              <a:t>esse</a:t>
            </a:r>
            <a:r>
              <a:rPr lang="en-GB" sz="1300" dirty="0">
                <a:latin typeface="HSE Sans" panose="02000000000000000000" pitchFamily="2" charset="0"/>
              </a:rPr>
              <a:t> </a:t>
            </a:r>
            <a:r>
              <a:rPr lang="en-GB" sz="1300" dirty="0" err="1">
                <a:latin typeface="HSE Sans" panose="02000000000000000000" pitchFamily="2" charset="0"/>
              </a:rPr>
              <a:t>cillum</a:t>
            </a:r>
            <a:r>
              <a:rPr lang="en-GB" sz="1300" dirty="0">
                <a:latin typeface="HSE Sans" panose="02000000000000000000" pitchFamily="2" charset="0"/>
              </a:rPr>
              <a:t> dolore </a:t>
            </a:r>
            <a:r>
              <a:rPr lang="en-GB" sz="1300" dirty="0" err="1">
                <a:latin typeface="HSE Sans" panose="02000000000000000000" pitchFamily="2" charset="0"/>
              </a:rPr>
              <a:t>eu</a:t>
            </a:r>
            <a:r>
              <a:rPr lang="en-GB" sz="1300" dirty="0">
                <a:latin typeface="HSE Sans" panose="02000000000000000000" pitchFamily="2" charset="0"/>
              </a:rPr>
              <a:t> </a:t>
            </a:r>
            <a:r>
              <a:rPr lang="en-GB" sz="1300" dirty="0" err="1">
                <a:latin typeface="HSE Sans" panose="02000000000000000000" pitchFamily="2" charset="0"/>
              </a:rPr>
              <a:t>fugiat</a:t>
            </a:r>
            <a:r>
              <a:rPr lang="en-GB" sz="1300" dirty="0">
                <a:latin typeface="HSE Sans" panose="02000000000000000000" pitchFamily="2" charset="0"/>
              </a:rPr>
              <a:t> </a:t>
            </a:r>
            <a:r>
              <a:rPr lang="en-GB" sz="1300" dirty="0" err="1">
                <a:latin typeface="HSE Sans" panose="02000000000000000000" pitchFamily="2" charset="0"/>
              </a:rPr>
              <a:t>nulla</a:t>
            </a:r>
            <a:r>
              <a:rPr lang="en-GB" sz="1300" dirty="0">
                <a:latin typeface="HSE Sans" panose="02000000000000000000" pitchFamily="2" charset="0"/>
              </a:rPr>
              <a:t> </a:t>
            </a:r>
            <a:r>
              <a:rPr lang="en-GB" sz="1300" dirty="0" err="1">
                <a:latin typeface="HSE Sans" panose="02000000000000000000" pitchFamily="2" charset="0"/>
              </a:rPr>
              <a:t>pariatur</a:t>
            </a:r>
            <a:r>
              <a:rPr lang="en-GB" sz="1300" dirty="0">
                <a:latin typeface="HSE Sans" panose="02000000000000000000" pitchFamily="2" charset="0"/>
              </a:rPr>
              <a:t>. </a:t>
            </a:r>
            <a:r>
              <a:rPr lang="en-GB" sz="1300" dirty="0" err="1">
                <a:latin typeface="HSE Sans" panose="02000000000000000000" pitchFamily="2" charset="0"/>
              </a:rPr>
              <a:t>Excepteur</a:t>
            </a:r>
            <a:r>
              <a:rPr lang="en-GB" sz="1300" dirty="0">
                <a:latin typeface="HSE Sans" panose="02000000000000000000" pitchFamily="2" charset="0"/>
              </a:rPr>
              <a:t> </a:t>
            </a:r>
            <a:r>
              <a:rPr lang="en-GB" sz="1300" dirty="0" err="1">
                <a:latin typeface="HSE Sans" panose="02000000000000000000" pitchFamily="2" charset="0"/>
              </a:rPr>
              <a:t>sint</a:t>
            </a:r>
            <a:r>
              <a:rPr lang="en-GB" sz="1300" dirty="0">
                <a:latin typeface="HSE Sans" panose="02000000000000000000" pitchFamily="2" charset="0"/>
              </a:rPr>
              <a:t> </a:t>
            </a:r>
            <a:r>
              <a:rPr lang="en-GB" sz="1300" dirty="0" err="1">
                <a:latin typeface="HSE Sans" panose="02000000000000000000" pitchFamily="2" charset="0"/>
              </a:rPr>
              <a:t>occaecat</a:t>
            </a:r>
            <a:r>
              <a:rPr lang="en-GB" sz="1300" dirty="0">
                <a:latin typeface="HSE Sans" panose="02000000000000000000" pitchFamily="2" charset="0"/>
              </a:rPr>
              <a:t> </a:t>
            </a:r>
            <a:r>
              <a:rPr lang="en-GB" sz="1300" dirty="0" err="1">
                <a:latin typeface="HSE Sans" panose="02000000000000000000" pitchFamily="2" charset="0"/>
              </a:rPr>
              <a:t>cupidatat</a:t>
            </a:r>
            <a:r>
              <a:rPr lang="en-GB" sz="1300" dirty="0">
                <a:latin typeface="HSE Sans" panose="02000000000000000000" pitchFamily="2" charset="0"/>
              </a:rPr>
              <a:t> non </a:t>
            </a:r>
            <a:r>
              <a:rPr lang="en-GB" sz="1300" dirty="0" err="1">
                <a:latin typeface="HSE Sans" panose="02000000000000000000" pitchFamily="2" charset="0"/>
              </a:rPr>
              <a:t>proident</a:t>
            </a:r>
            <a:r>
              <a:rPr lang="en-GB" sz="1300" dirty="0">
                <a:latin typeface="HSE Sans" panose="02000000000000000000" pitchFamily="2" charset="0"/>
              </a:rPr>
              <a:t>, sunt in culpa qui </a:t>
            </a:r>
            <a:r>
              <a:rPr lang="en-GB" sz="1300" dirty="0" err="1">
                <a:latin typeface="HSE Sans" panose="02000000000000000000" pitchFamily="2" charset="0"/>
              </a:rPr>
              <a:t>officia</a:t>
            </a:r>
            <a:r>
              <a:rPr lang="en-GB" sz="1300" dirty="0">
                <a:latin typeface="HSE Sans" panose="02000000000000000000" pitchFamily="2" charset="0"/>
              </a:rPr>
              <a:t> </a:t>
            </a:r>
            <a:r>
              <a:rPr lang="en-GB" sz="1300" dirty="0" err="1">
                <a:latin typeface="HSE Sans" panose="02000000000000000000" pitchFamily="2" charset="0"/>
              </a:rPr>
              <a:t>deserunt</a:t>
            </a:r>
            <a:r>
              <a:rPr lang="en-GB" sz="1300" dirty="0">
                <a:latin typeface="HSE Sans" panose="02000000000000000000" pitchFamily="2" charset="0"/>
              </a:rPr>
              <a:t> </a:t>
            </a:r>
            <a:r>
              <a:rPr lang="en-GB" sz="1300" dirty="0" err="1">
                <a:latin typeface="HSE Sans" panose="02000000000000000000" pitchFamily="2" charset="0"/>
              </a:rPr>
              <a:t>mollit</a:t>
            </a:r>
            <a:r>
              <a:rPr lang="en-GB" sz="1300" dirty="0">
                <a:latin typeface="HSE Sans" panose="02000000000000000000" pitchFamily="2" charset="0"/>
              </a:rPr>
              <a:t> </a:t>
            </a:r>
            <a:r>
              <a:rPr lang="en-GB" sz="1300" dirty="0" err="1">
                <a:latin typeface="HSE Sans" panose="02000000000000000000" pitchFamily="2" charset="0"/>
              </a:rPr>
              <a:t>anim</a:t>
            </a:r>
            <a:r>
              <a:rPr lang="en-GB" sz="1300" dirty="0">
                <a:latin typeface="HSE Sans" panose="02000000000000000000" pitchFamily="2" charset="0"/>
              </a:rPr>
              <a:t> id </a:t>
            </a:r>
            <a:r>
              <a:rPr lang="en-GB" sz="1300" dirty="0" err="1">
                <a:latin typeface="HSE Sans" panose="02000000000000000000" pitchFamily="2" charset="0"/>
              </a:rPr>
              <a:t>est</a:t>
            </a:r>
            <a:r>
              <a:rPr lang="en-GB" sz="1300" dirty="0">
                <a:latin typeface="HSE Sans" panose="02000000000000000000" pitchFamily="2" charset="0"/>
              </a:rPr>
              <a:t> </a:t>
            </a:r>
            <a:r>
              <a:rPr lang="en-GB" sz="1300" dirty="0" err="1">
                <a:latin typeface="HSE Sans" panose="02000000000000000000" pitchFamily="2" charset="0"/>
              </a:rPr>
              <a:t>laborum</a:t>
            </a:r>
            <a:r>
              <a:rPr lang="en-GB" sz="1300" dirty="0">
                <a:latin typeface="HSE Sans" panose="02000000000000000000" pitchFamily="2" charset="0"/>
              </a:rPr>
              <a:t>.</a:t>
            </a:r>
            <a:endParaRPr lang="ru-RU" sz="1300" dirty="0">
              <a:latin typeface="HSE Sans" panose="02000000000000000000" pitchFamily="2" charset="0"/>
            </a:endParaRPr>
          </a:p>
        </p:txBody>
      </p:sp>
      <p:sp>
        <p:nvSpPr>
          <p:cNvPr id="16" name="Текст 37">
            <a:extLst>
              <a:ext uri="{FF2B5EF4-FFF2-40B4-BE49-F238E27FC236}">
                <a16:creationId xmlns:a16="http://schemas.microsoft.com/office/drawing/2014/main" id="{6809E15B-CD0E-2F47-B500-B457A9CCBB37}"/>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7E0B9771-35DC-D24C-B598-648DE6F8DE6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3" name="Текст 39">
            <a:extLst>
              <a:ext uri="{FF2B5EF4-FFF2-40B4-BE49-F238E27FC236}">
                <a16:creationId xmlns:a16="http://schemas.microsoft.com/office/drawing/2014/main" id="{5B1ACD18-BD14-2B4B-BA0A-46A5167E2C75}"/>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23677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цв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4" descr="Icon&#10;&#10;Description automatically generated">
            <a:extLst>
              <a:ext uri="{FF2B5EF4-FFF2-40B4-BE49-F238E27FC236}">
                <a16:creationId xmlns:a16="http://schemas.microsoft.com/office/drawing/2014/main" id="{9328428E-0D3D-6E4B-BAC0-3F63BAF7DB74}"/>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8" name="Straight Connector 19">
            <a:extLst>
              <a:ext uri="{FF2B5EF4-FFF2-40B4-BE49-F238E27FC236}">
                <a16:creationId xmlns:a16="http://schemas.microsoft.com/office/drawing/2014/main" id="{86CF47C6-D972-9E44-A717-6848F3489399}"/>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9" name="Straight Connector 21">
            <a:extLst>
              <a:ext uri="{FF2B5EF4-FFF2-40B4-BE49-F238E27FC236}">
                <a16:creationId xmlns:a16="http://schemas.microsoft.com/office/drawing/2014/main" id="{412FEF63-77C0-7C4A-B9BE-4BC0EEEEB78C}"/>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5">
            <a:extLst>
              <a:ext uri="{FF2B5EF4-FFF2-40B4-BE49-F238E27FC236}">
                <a16:creationId xmlns:a16="http://schemas.microsoft.com/office/drawing/2014/main" id="{C4F550E9-E979-284D-B65F-44E092DD9D02}"/>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39D099-B515-F343-BF7A-A95468DA3860}"/>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2" name="Straight Connector 59">
            <a:extLst>
              <a:ext uri="{FF2B5EF4-FFF2-40B4-BE49-F238E27FC236}">
                <a16:creationId xmlns:a16="http://schemas.microsoft.com/office/drawing/2014/main" id="{396B1F99-9711-C64F-A7C9-4F1D89E7F11D}"/>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9" name="Заголовок 31">
            <a:extLst>
              <a:ext uri="{FF2B5EF4-FFF2-40B4-BE49-F238E27FC236}">
                <a16:creationId xmlns:a16="http://schemas.microsoft.com/office/drawing/2014/main" id="{1C20890C-BC1C-0745-9AF3-46700BA27C4A}"/>
              </a:ext>
            </a:extLst>
          </p:cNvPr>
          <p:cNvSpPr>
            <a:spLocks noGrp="1"/>
          </p:cNvSpPr>
          <p:nvPr>
            <p:ph type="title" hasCustomPrompt="1"/>
          </p:nvPr>
        </p:nvSpPr>
        <p:spPr>
          <a:xfrm>
            <a:off x="585899" y="1447790"/>
            <a:ext cx="4322530" cy="777025"/>
          </a:xfrm>
          <a:prstGeom prst="rect">
            <a:avLst/>
          </a:prstGeom>
        </p:spPr>
        <p:txBody>
          <a:bodyPr lIns="0" tIns="0" rIns="0" bIns="0" anchor="t">
            <a:normAutofit/>
          </a:bodyPr>
          <a:lstStyle>
            <a:lvl1pPr>
              <a:lnSpc>
                <a:spcPct val="100000"/>
              </a:lnSpc>
              <a:defRPr sz="2400" b="0" i="0">
                <a:latin typeface="HSE Sans" panose="02000000000000000000" pitchFamily="2" charset="0"/>
              </a:defRPr>
            </a:lvl1pPr>
          </a:lstStyle>
          <a:p>
            <a:r>
              <a:rPr lang="en-US" sz="2400" dirty="0">
                <a:solidFill>
                  <a:srgbClr val="102D69"/>
                </a:solidFill>
                <a:latin typeface="HSE Sans" panose="02000000000000000000" pitchFamily="2" charset="0"/>
              </a:rPr>
              <a:t>More </a:t>
            </a:r>
            <a:r>
              <a:rPr lang="en-US" sz="2400" dirty="0" err="1">
                <a:solidFill>
                  <a:srgbClr val="102D69"/>
                </a:solidFill>
                <a:latin typeface="HSE Sans" panose="02000000000000000000" pitchFamily="2" charset="0"/>
              </a:rPr>
              <a:t>colours</a:t>
            </a:r>
            <a:r>
              <a:rPr lang="en-US" sz="2400" dirty="0">
                <a:solidFill>
                  <a:srgbClr val="102D69"/>
                </a:solidFill>
                <a:latin typeface="HSE Sans" panose="02000000000000000000" pitchFamily="2" charset="0"/>
              </a:rPr>
              <a:t>: palette</a:t>
            </a:r>
            <a:endParaRPr lang="ru-RU" sz="2400" dirty="0">
              <a:solidFill>
                <a:srgbClr val="102D69"/>
              </a:solidFill>
              <a:latin typeface="HSE Sans" panose="02000000000000000000" pitchFamily="2" charset="0"/>
            </a:endParaRPr>
          </a:p>
        </p:txBody>
      </p:sp>
      <p:sp>
        <p:nvSpPr>
          <p:cNvPr id="20" name="Текст 35">
            <a:extLst>
              <a:ext uri="{FF2B5EF4-FFF2-40B4-BE49-F238E27FC236}">
                <a16:creationId xmlns:a16="http://schemas.microsoft.com/office/drawing/2014/main" id="{CA2589F7-4500-024F-8E07-D726629A599C}"/>
              </a:ext>
            </a:extLst>
          </p:cNvPr>
          <p:cNvSpPr>
            <a:spLocks noGrp="1"/>
          </p:cNvSpPr>
          <p:nvPr>
            <p:ph type="body" sz="quarter" idx="12" hasCustomPrompt="1"/>
          </p:nvPr>
        </p:nvSpPr>
        <p:spPr>
          <a:xfrm>
            <a:off x="585898" y="2379663"/>
            <a:ext cx="4322531" cy="2399371"/>
          </a:xfrm>
          <a:prstGeom prst="rect">
            <a:avLst/>
          </a:prstGeom>
        </p:spPr>
        <p:txBody>
          <a:bodyPr lIns="0" tIns="0" rIns="0">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0" i="0">
                <a:solidFill>
                  <a:srgbClr val="0E2D69"/>
                </a:solidFill>
                <a:latin typeface="HSE Sans" panose="02000000000000000000" pitchFamily="2" charset="0"/>
              </a:defRPr>
            </a:lvl1pPr>
            <a:lvl2pPr marL="4572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2pPr>
            <a:lvl3pPr marL="9144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3pPr>
            <a:lvl4pPr marL="13716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4pPr>
            <a:lvl5pPr marL="1828800" indent="0" algn="l">
              <a:lnSpc>
                <a:spcPct val="100000"/>
              </a:lnSpc>
              <a:spcBef>
                <a:spcPts val="1000"/>
              </a:spcBef>
              <a:buFont typeface="Arial" panose="020B0604020202020204" pitchFamily="34" charset="0"/>
              <a:buNone/>
              <a:defRPr sz="1300" b="0" i="0">
                <a:solidFill>
                  <a:srgbClr val="0E2D69"/>
                </a:solidFill>
                <a:latin typeface="HSE Sans" panose="02000000000000000000" pitchFamily="2" charset="0"/>
              </a:defRPr>
            </a:lvl5pPr>
          </a:lstStyle>
          <a:p>
            <a:r>
              <a:rPr lang="en-US" sz="1300" dirty="0">
                <a:latin typeface="HSE Sans" panose="02000000000000000000" pitchFamily="2" charset="0"/>
              </a:rPr>
              <a:t>For tables, graphs , charts and diagrams, you may need to use additional </a:t>
            </a:r>
            <a:r>
              <a:rPr lang="en-US" sz="1300" dirty="0" err="1">
                <a:latin typeface="HSE Sans" panose="02000000000000000000" pitchFamily="2" charset="0"/>
              </a:rPr>
              <a:t>colours</a:t>
            </a:r>
            <a:r>
              <a:rPr lang="en-US" sz="1300" dirty="0">
                <a:latin typeface="HSE Sans" panose="02000000000000000000" pitchFamily="2" charset="0"/>
              </a:rPr>
              <a:t>; you may correctly ask what </a:t>
            </a:r>
            <a:r>
              <a:rPr lang="en-US" sz="1300" dirty="0" err="1">
                <a:latin typeface="HSE Sans" panose="02000000000000000000" pitchFamily="2" charset="0"/>
              </a:rPr>
              <a:t>colours</a:t>
            </a:r>
            <a:r>
              <a:rPr lang="en-US" sz="1300" dirty="0">
                <a:latin typeface="HSE Sans" panose="02000000000000000000" pitchFamily="2" charset="0"/>
              </a:rPr>
              <a:t> can be used and where to find them. We advise using HSE University’s official </a:t>
            </a:r>
            <a:r>
              <a:rPr lang="en-US" sz="1300" dirty="0" err="1">
                <a:latin typeface="HSE Sans" panose="02000000000000000000" pitchFamily="2" charset="0"/>
              </a:rPr>
              <a:t>colour</a:t>
            </a:r>
            <a:r>
              <a:rPr lang="en-US" sz="1300" dirty="0">
                <a:latin typeface="HSE Sans" panose="02000000000000000000" pitchFamily="2" charset="0"/>
              </a:rPr>
              <a:t> scheme for such purposes.</a:t>
            </a:r>
            <a:endParaRPr lang="ru-RU" sz="1300" dirty="0">
              <a:latin typeface="HSE Sans" panose="02000000000000000000" pitchFamily="2" charset="0"/>
            </a:endParaRPr>
          </a:p>
        </p:txBody>
      </p:sp>
      <p:sp>
        <p:nvSpPr>
          <p:cNvPr id="21" name="Oval 5">
            <a:extLst>
              <a:ext uri="{FF2B5EF4-FFF2-40B4-BE49-F238E27FC236}">
                <a16:creationId xmlns:a16="http://schemas.microsoft.com/office/drawing/2014/main" id="{D2CA403A-98E7-6C42-8F44-30AB6622C802}"/>
              </a:ext>
            </a:extLst>
          </p:cNvPr>
          <p:cNvSpPr/>
          <p:nvPr userDrawn="1"/>
        </p:nvSpPr>
        <p:spPr>
          <a:xfrm>
            <a:off x="5392982" y="1447790"/>
            <a:ext cx="830997" cy="830997"/>
          </a:xfrm>
          <a:prstGeom prst="ellipse">
            <a:avLst/>
          </a:prstGeom>
          <a:solidFill>
            <a:srgbClr val="0E2D69"/>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2" name="Oval 20">
            <a:extLst>
              <a:ext uri="{FF2B5EF4-FFF2-40B4-BE49-F238E27FC236}">
                <a16:creationId xmlns:a16="http://schemas.microsoft.com/office/drawing/2014/main" id="{42ABAA5D-E7AB-6E48-9D43-A48178C9BDD4}"/>
              </a:ext>
            </a:extLst>
          </p:cNvPr>
          <p:cNvSpPr/>
          <p:nvPr userDrawn="1"/>
        </p:nvSpPr>
        <p:spPr>
          <a:xfrm>
            <a:off x="6742925" y="1447790"/>
            <a:ext cx="830997" cy="830997"/>
          </a:xfrm>
          <a:prstGeom prst="ellipse">
            <a:avLst/>
          </a:prstGeom>
          <a:solidFill>
            <a:srgbClr val="234A9B"/>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3" name="Oval 22">
            <a:extLst>
              <a:ext uri="{FF2B5EF4-FFF2-40B4-BE49-F238E27FC236}">
                <a16:creationId xmlns:a16="http://schemas.microsoft.com/office/drawing/2014/main" id="{209F185A-8F67-9C42-A7C5-87E483F4FC19}"/>
              </a:ext>
            </a:extLst>
          </p:cNvPr>
          <p:cNvSpPr/>
          <p:nvPr userDrawn="1"/>
        </p:nvSpPr>
        <p:spPr>
          <a:xfrm>
            <a:off x="8092868" y="1447790"/>
            <a:ext cx="830997" cy="830997"/>
          </a:xfrm>
          <a:prstGeom prst="ellipse">
            <a:avLst/>
          </a:prstGeom>
          <a:solidFill>
            <a:srgbClr val="11A0D7"/>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4" name="Oval 23">
            <a:extLst>
              <a:ext uri="{FF2B5EF4-FFF2-40B4-BE49-F238E27FC236}">
                <a16:creationId xmlns:a16="http://schemas.microsoft.com/office/drawing/2014/main" id="{279AE0F6-4E37-6C4D-AF45-824EEE489A15}"/>
              </a:ext>
            </a:extLst>
          </p:cNvPr>
          <p:cNvSpPr/>
          <p:nvPr userDrawn="1"/>
        </p:nvSpPr>
        <p:spPr>
          <a:xfrm>
            <a:off x="9442811" y="1447790"/>
            <a:ext cx="830997" cy="830997"/>
          </a:xfrm>
          <a:prstGeom prst="ellipse">
            <a:avLst/>
          </a:prstGeom>
          <a:solidFill>
            <a:srgbClr val="029C6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5" name="Oval 26">
            <a:extLst>
              <a:ext uri="{FF2B5EF4-FFF2-40B4-BE49-F238E27FC236}">
                <a16:creationId xmlns:a16="http://schemas.microsoft.com/office/drawing/2014/main" id="{330C0EA4-7FD1-CE4D-AC95-8C484C5AC790}"/>
              </a:ext>
            </a:extLst>
          </p:cNvPr>
          <p:cNvSpPr/>
          <p:nvPr userDrawn="1"/>
        </p:nvSpPr>
        <p:spPr>
          <a:xfrm>
            <a:off x="10792754" y="1447790"/>
            <a:ext cx="830997" cy="830997"/>
          </a:xfrm>
          <a:prstGeom prst="ellipse">
            <a:avLst/>
          </a:prstGeom>
          <a:solidFill>
            <a:srgbClr val="EB681F"/>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6" name="Oval 29">
            <a:extLst>
              <a:ext uri="{FF2B5EF4-FFF2-40B4-BE49-F238E27FC236}">
                <a16:creationId xmlns:a16="http://schemas.microsoft.com/office/drawing/2014/main" id="{4C53CF3D-7EFB-DF4F-8EA6-5644574E9AFB}"/>
              </a:ext>
            </a:extLst>
          </p:cNvPr>
          <p:cNvSpPr/>
          <p:nvPr userDrawn="1"/>
        </p:nvSpPr>
        <p:spPr>
          <a:xfrm>
            <a:off x="5392982" y="2708699"/>
            <a:ext cx="830997" cy="830997"/>
          </a:xfrm>
          <a:prstGeom prst="ellipse">
            <a:avLst/>
          </a:prstGeom>
          <a:solidFill>
            <a:srgbClr val="7D4EB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7" name="Oval 33">
            <a:extLst>
              <a:ext uri="{FF2B5EF4-FFF2-40B4-BE49-F238E27FC236}">
                <a16:creationId xmlns:a16="http://schemas.microsoft.com/office/drawing/2014/main" id="{B42CE88A-E9A3-2A4E-BD50-EB37311F39EC}"/>
              </a:ext>
            </a:extLst>
          </p:cNvPr>
          <p:cNvSpPr/>
          <p:nvPr userDrawn="1"/>
        </p:nvSpPr>
        <p:spPr>
          <a:xfrm>
            <a:off x="6742925" y="2708699"/>
            <a:ext cx="830997" cy="830997"/>
          </a:xfrm>
          <a:prstGeom prst="ellipse">
            <a:avLst/>
          </a:prstGeom>
          <a:solidFill>
            <a:srgbClr val="E61F3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8" name="Oval 34">
            <a:extLst>
              <a:ext uri="{FF2B5EF4-FFF2-40B4-BE49-F238E27FC236}">
                <a16:creationId xmlns:a16="http://schemas.microsoft.com/office/drawing/2014/main" id="{B699EFDF-DB9D-3C4F-9D1F-461508017BDA}"/>
              </a:ext>
            </a:extLst>
          </p:cNvPr>
          <p:cNvSpPr/>
          <p:nvPr userDrawn="1"/>
        </p:nvSpPr>
        <p:spPr>
          <a:xfrm>
            <a:off x="8092868" y="2708699"/>
            <a:ext cx="830997" cy="830997"/>
          </a:xfrm>
          <a:prstGeom prst="ellipse">
            <a:avLst/>
          </a:prstGeom>
          <a:solidFill>
            <a:srgbClr val="FBBA0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29" name="Oval 35">
            <a:extLst>
              <a:ext uri="{FF2B5EF4-FFF2-40B4-BE49-F238E27FC236}">
                <a16:creationId xmlns:a16="http://schemas.microsoft.com/office/drawing/2014/main" id="{5DF3131C-EEA1-5446-B567-C9DA0A2A1AFF}"/>
              </a:ext>
            </a:extLst>
          </p:cNvPr>
          <p:cNvSpPr/>
          <p:nvPr userDrawn="1"/>
        </p:nvSpPr>
        <p:spPr>
          <a:xfrm>
            <a:off x="9442811" y="2708699"/>
            <a:ext cx="830997" cy="830997"/>
          </a:xfrm>
          <a:prstGeom prst="ellipse">
            <a:avLst/>
          </a:prstGeom>
          <a:solidFill>
            <a:srgbClr val="7DA0D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0" name="Oval 36">
            <a:extLst>
              <a:ext uri="{FF2B5EF4-FFF2-40B4-BE49-F238E27FC236}">
                <a16:creationId xmlns:a16="http://schemas.microsoft.com/office/drawing/2014/main" id="{6D03B317-B61D-2945-8C0A-A6EBD87ACD07}"/>
              </a:ext>
            </a:extLst>
          </p:cNvPr>
          <p:cNvSpPr/>
          <p:nvPr userDrawn="1"/>
        </p:nvSpPr>
        <p:spPr>
          <a:xfrm>
            <a:off x="10792754" y="2708699"/>
            <a:ext cx="830997" cy="830997"/>
          </a:xfrm>
          <a:prstGeom prst="ellipse">
            <a:avLst/>
          </a:prstGeom>
          <a:solidFill>
            <a:srgbClr val="47A0A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1" name="Oval 37">
            <a:extLst>
              <a:ext uri="{FF2B5EF4-FFF2-40B4-BE49-F238E27FC236}">
                <a16:creationId xmlns:a16="http://schemas.microsoft.com/office/drawing/2014/main" id="{9C0266F1-C0B7-624A-A873-5F2C8801E766}"/>
              </a:ext>
            </a:extLst>
          </p:cNvPr>
          <p:cNvSpPr/>
          <p:nvPr userDrawn="1"/>
        </p:nvSpPr>
        <p:spPr>
          <a:xfrm>
            <a:off x="5392982" y="3969609"/>
            <a:ext cx="830997" cy="830997"/>
          </a:xfrm>
          <a:prstGeom prst="ellipse">
            <a:avLst/>
          </a:prstGeom>
          <a:solidFill>
            <a:srgbClr val="EB8C3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2" name="Oval 38">
            <a:extLst>
              <a:ext uri="{FF2B5EF4-FFF2-40B4-BE49-F238E27FC236}">
                <a16:creationId xmlns:a16="http://schemas.microsoft.com/office/drawing/2014/main" id="{30C0C10E-388C-9843-8270-19D471BD3756}"/>
              </a:ext>
            </a:extLst>
          </p:cNvPr>
          <p:cNvSpPr/>
          <p:nvPr userDrawn="1"/>
        </p:nvSpPr>
        <p:spPr>
          <a:xfrm>
            <a:off x="6742925" y="3969609"/>
            <a:ext cx="830997" cy="830997"/>
          </a:xfrm>
          <a:prstGeom prst="ellipse">
            <a:avLst/>
          </a:prstGeom>
          <a:solidFill>
            <a:srgbClr val="96628C"/>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3" name="Oval 39">
            <a:extLst>
              <a:ext uri="{FF2B5EF4-FFF2-40B4-BE49-F238E27FC236}">
                <a16:creationId xmlns:a16="http://schemas.microsoft.com/office/drawing/2014/main" id="{87047EA3-79D2-8644-A568-E64AA1D7D370}"/>
              </a:ext>
            </a:extLst>
          </p:cNvPr>
          <p:cNvSpPr/>
          <p:nvPr userDrawn="1"/>
        </p:nvSpPr>
        <p:spPr>
          <a:xfrm>
            <a:off x="8092868" y="3969609"/>
            <a:ext cx="830997" cy="830997"/>
          </a:xfrm>
          <a:prstGeom prst="ellipse">
            <a:avLst/>
          </a:prstGeom>
          <a:solidFill>
            <a:srgbClr val="CD5A5A"/>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4" name="Oval 40">
            <a:extLst>
              <a:ext uri="{FF2B5EF4-FFF2-40B4-BE49-F238E27FC236}">
                <a16:creationId xmlns:a16="http://schemas.microsoft.com/office/drawing/2014/main" id="{7F5D1C6B-4E6B-0346-A5DC-C511DB14EFD6}"/>
              </a:ext>
            </a:extLst>
          </p:cNvPr>
          <p:cNvSpPr/>
          <p:nvPr userDrawn="1"/>
        </p:nvSpPr>
        <p:spPr>
          <a:xfrm>
            <a:off x="9442811" y="3969609"/>
            <a:ext cx="830997" cy="830997"/>
          </a:xfrm>
          <a:prstGeom prst="ellipse">
            <a:avLst/>
          </a:prstGeom>
          <a:solidFill>
            <a:srgbClr val="FFD746"/>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5" name="Oval 41">
            <a:extLst>
              <a:ext uri="{FF2B5EF4-FFF2-40B4-BE49-F238E27FC236}">
                <a16:creationId xmlns:a16="http://schemas.microsoft.com/office/drawing/2014/main" id="{EB421DBA-35DE-2C4F-A89E-27F0998EF4E8}"/>
              </a:ext>
            </a:extLst>
          </p:cNvPr>
          <p:cNvSpPr/>
          <p:nvPr userDrawn="1"/>
        </p:nvSpPr>
        <p:spPr>
          <a:xfrm>
            <a:off x="10792754" y="3969609"/>
            <a:ext cx="830997" cy="830997"/>
          </a:xfrm>
          <a:prstGeom prst="ellipse">
            <a:avLst/>
          </a:prstGeom>
          <a:solidFill>
            <a:srgbClr val="CDDDF0"/>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6" name="Oval 42">
            <a:extLst>
              <a:ext uri="{FF2B5EF4-FFF2-40B4-BE49-F238E27FC236}">
                <a16:creationId xmlns:a16="http://schemas.microsoft.com/office/drawing/2014/main" id="{081BD842-A9A1-5B44-81ED-A97BA390032B}"/>
              </a:ext>
            </a:extLst>
          </p:cNvPr>
          <p:cNvSpPr/>
          <p:nvPr userDrawn="1"/>
        </p:nvSpPr>
        <p:spPr>
          <a:xfrm>
            <a:off x="5392982" y="5249769"/>
            <a:ext cx="830997" cy="830997"/>
          </a:xfrm>
          <a:prstGeom prst="ellipse">
            <a:avLst/>
          </a:prstGeom>
          <a:solidFill>
            <a:srgbClr val="D7EBB4"/>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7" name="Oval 43">
            <a:extLst>
              <a:ext uri="{FF2B5EF4-FFF2-40B4-BE49-F238E27FC236}">
                <a16:creationId xmlns:a16="http://schemas.microsoft.com/office/drawing/2014/main" id="{036EE7D2-A33A-434C-B272-C82E2CDD4D4D}"/>
              </a:ext>
            </a:extLst>
          </p:cNvPr>
          <p:cNvSpPr/>
          <p:nvPr userDrawn="1"/>
        </p:nvSpPr>
        <p:spPr>
          <a:xfrm>
            <a:off x="6742925" y="5249769"/>
            <a:ext cx="830997" cy="830997"/>
          </a:xfrm>
          <a:prstGeom prst="ellipse">
            <a:avLst/>
          </a:prstGeom>
          <a:solidFill>
            <a:srgbClr val="FFDC9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8" name="Oval 44">
            <a:extLst>
              <a:ext uri="{FF2B5EF4-FFF2-40B4-BE49-F238E27FC236}">
                <a16:creationId xmlns:a16="http://schemas.microsoft.com/office/drawing/2014/main" id="{7DD65DA4-F076-C242-813E-8C17DCABCCFB}"/>
              </a:ext>
            </a:extLst>
          </p:cNvPr>
          <p:cNvSpPr/>
          <p:nvPr userDrawn="1"/>
        </p:nvSpPr>
        <p:spPr>
          <a:xfrm>
            <a:off x="8092868" y="5249769"/>
            <a:ext cx="830997" cy="830997"/>
          </a:xfrm>
          <a:prstGeom prst="ellipse">
            <a:avLst/>
          </a:prstGeom>
          <a:solidFill>
            <a:srgbClr val="D7C3F1"/>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39" name="Oval 45">
            <a:extLst>
              <a:ext uri="{FF2B5EF4-FFF2-40B4-BE49-F238E27FC236}">
                <a16:creationId xmlns:a16="http://schemas.microsoft.com/office/drawing/2014/main" id="{8A44D99D-BF66-2848-B460-F59D8ECF5690}"/>
              </a:ext>
            </a:extLst>
          </p:cNvPr>
          <p:cNvSpPr/>
          <p:nvPr userDrawn="1"/>
        </p:nvSpPr>
        <p:spPr>
          <a:xfrm>
            <a:off x="9442811" y="5249769"/>
            <a:ext cx="830997" cy="830997"/>
          </a:xfrm>
          <a:prstGeom prst="ellipse">
            <a:avLst/>
          </a:prstGeom>
          <a:solidFill>
            <a:srgbClr val="F6C3C3"/>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0" name="Oval 46">
            <a:extLst>
              <a:ext uri="{FF2B5EF4-FFF2-40B4-BE49-F238E27FC236}">
                <a16:creationId xmlns:a16="http://schemas.microsoft.com/office/drawing/2014/main" id="{9B130CEB-3D74-B647-BA6B-32F7D70FD354}"/>
              </a:ext>
            </a:extLst>
          </p:cNvPr>
          <p:cNvSpPr/>
          <p:nvPr userDrawn="1"/>
        </p:nvSpPr>
        <p:spPr>
          <a:xfrm>
            <a:off x="10792754" y="5249769"/>
            <a:ext cx="830997" cy="830997"/>
          </a:xfrm>
          <a:prstGeom prst="ellipse">
            <a:avLst/>
          </a:prstGeom>
          <a:solidFill>
            <a:srgbClr val="FFF07D"/>
          </a:solidFill>
          <a:ln w="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41" name="Текст 37">
            <a:extLst>
              <a:ext uri="{FF2B5EF4-FFF2-40B4-BE49-F238E27FC236}">
                <a16:creationId xmlns:a16="http://schemas.microsoft.com/office/drawing/2014/main" id="{800F6957-CEFF-924E-B258-5B51A5196DEB}"/>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2" name="Текст 39">
            <a:extLst>
              <a:ext uri="{FF2B5EF4-FFF2-40B4-BE49-F238E27FC236}">
                <a16:creationId xmlns:a16="http://schemas.microsoft.com/office/drawing/2014/main" id="{8FD4982C-EBD6-6D4D-A16B-212CB048938C}"/>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43" name="Текст 39">
            <a:extLst>
              <a:ext uri="{FF2B5EF4-FFF2-40B4-BE49-F238E27FC236}">
                <a16:creationId xmlns:a16="http://schemas.microsoft.com/office/drawing/2014/main" id="{733D5CDE-163B-C148-A20F-A808E0652336}"/>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867054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чистый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8" name="Picture 4" descr="Icon&#10;&#10;Description automatically generated">
            <a:extLst>
              <a:ext uri="{FF2B5EF4-FFF2-40B4-BE49-F238E27FC236}">
                <a16:creationId xmlns:a16="http://schemas.microsoft.com/office/drawing/2014/main" id="{A7FA04E4-3213-8F41-B068-4DC281441422}"/>
              </a:ext>
            </a:extLst>
          </p:cNvPr>
          <p:cNvPicPr>
            <a:picLocks noChangeAspect="1"/>
          </p:cNvPicPr>
          <p:nvPr userDrawn="1"/>
        </p:nvPicPr>
        <p:blipFill>
          <a:blip r:embed="rId3"/>
          <a:stretch>
            <a:fillRect/>
          </a:stretch>
        </p:blipFill>
        <p:spPr>
          <a:xfrm>
            <a:off x="517199" y="464363"/>
            <a:ext cx="448276" cy="448276"/>
          </a:xfrm>
          <a:prstGeom prst="rect">
            <a:avLst/>
          </a:prstGeom>
        </p:spPr>
      </p:pic>
      <p:cxnSp>
        <p:nvCxnSpPr>
          <p:cNvPr id="9" name="Straight Connector 19">
            <a:extLst>
              <a:ext uri="{FF2B5EF4-FFF2-40B4-BE49-F238E27FC236}">
                <a16:creationId xmlns:a16="http://schemas.microsoft.com/office/drawing/2014/main" id="{938052A0-3DF0-DC47-B7E0-C20EF981C230}"/>
              </a:ext>
            </a:extLst>
          </p:cNvPr>
          <p:cNvCxnSpPr>
            <a:cxnSpLocks/>
          </p:cNvCxnSpPr>
          <p:nvPr userDrawn="1"/>
        </p:nvCxnSpPr>
        <p:spPr>
          <a:xfrm>
            <a:off x="329868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0" name="Straight Connector 21">
            <a:extLst>
              <a:ext uri="{FF2B5EF4-FFF2-40B4-BE49-F238E27FC236}">
                <a16:creationId xmlns:a16="http://schemas.microsoft.com/office/drawing/2014/main" id="{8C6147F0-3CA1-264C-B2B2-F88597196943}"/>
              </a:ext>
            </a:extLst>
          </p:cNvPr>
          <p:cNvCxnSpPr>
            <a:cxnSpLocks/>
          </p:cNvCxnSpPr>
          <p:nvPr userDrawn="1"/>
        </p:nvCxnSpPr>
        <p:spPr>
          <a:xfrm>
            <a:off x="6099416"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cxnSp>
        <p:nvCxnSpPr>
          <p:cNvPr id="11" name="Straight Connector 25">
            <a:extLst>
              <a:ext uri="{FF2B5EF4-FFF2-40B4-BE49-F238E27FC236}">
                <a16:creationId xmlns:a16="http://schemas.microsoft.com/office/drawing/2014/main" id="{62CDF50E-4D58-AF4A-ABFD-140AF88B3681}"/>
              </a:ext>
            </a:extLst>
          </p:cNvPr>
          <p:cNvCxnSpPr>
            <a:cxnSpLocks/>
          </p:cNvCxnSpPr>
          <p:nvPr userDrawn="1"/>
        </p:nvCxnSpPr>
        <p:spPr>
          <a:xfrm>
            <a:off x="10277081"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2171D1-2A5B-7A4A-9760-17CCE51B9802}"/>
              </a:ext>
            </a:extLst>
          </p:cNvPr>
          <p:cNvSpPr txBox="1"/>
          <p:nvPr userDrawn="1"/>
        </p:nvSpPr>
        <p:spPr>
          <a:xfrm>
            <a:off x="10410201" y="532278"/>
            <a:ext cx="671977" cy="307777"/>
          </a:xfrm>
          <a:prstGeom prst="rect">
            <a:avLst/>
          </a:prstGeom>
          <a:noFill/>
        </p:spPr>
        <p:txBody>
          <a:bodyPr wrap="square" lIns="0" tIns="0" rIns="0" bIns="0" rtlCol="0">
            <a:spAutoFit/>
          </a:bodyPr>
          <a:lstStyle/>
          <a:p>
            <a:fld id="{32AF94B5-93D7-5247-B727-C7089232F508}" type="slidenum">
              <a:rPr lang="ru-RU" sz="2000" smtClean="0">
                <a:solidFill>
                  <a:srgbClr val="102D69"/>
                </a:solidFill>
                <a:latin typeface="HSE Sans" panose="02000000000000000000" pitchFamily="2" charset="0"/>
              </a:rPr>
              <a:t>‹#›</a:t>
            </a:fld>
            <a:endParaRPr lang="ru-RU" sz="2000" dirty="0">
              <a:solidFill>
                <a:srgbClr val="102D69"/>
              </a:solidFill>
              <a:latin typeface="HSE Sans" panose="02000000000000000000" pitchFamily="2" charset="0"/>
            </a:endParaRPr>
          </a:p>
        </p:txBody>
      </p:sp>
      <p:cxnSp>
        <p:nvCxnSpPr>
          <p:cNvPr id="13" name="Straight Connector 59">
            <a:extLst>
              <a:ext uri="{FF2B5EF4-FFF2-40B4-BE49-F238E27FC236}">
                <a16:creationId xmlns:a16="http://schemas.microsoft.com/office/drawing/2014/main" id="{3C71A0C3-CD3E-0748-98E5-6B2507CAB296}"/>
              </a:ext>
            </a:extLst>
          </p:cNvPr>
          <p:cNvCxnSpPr>
            <a:cxnSpLocks/>
          </p:cNvCxnSpPr>
          <p:nvPr userDrawn="1"/>
        </p:nvCxnSpPr>
        <p:spPr>
          <a:xfrm>
            <a:off x="11643868" y="464363"/>
            <a:ext cx="0" cy="586260"/>
          </a:xfrm>
          <a:prstGeom prst="line">
            <a:avLst/>
          </a:prstGeom>
          <a:ln w="12700">
            <a:solidFill>
              <a:srgbClr val="102D69"/>
            </a:solidFill>
          </a:ln>
        </p:spPr>
        <p:style>
          <a:lnRef idx="1">
            <a:schemeClr val="accent1"/>
          </a:lnRef>
          <a:fillRef idx="0">
            <a:schemeClr val="accent1"/>
          </a:fillRef>
          <a:effectRef idx="0">
            <a:schemeClr val="accent1"/>
          </a:effectRef>
          <a:fontRef idx="minor">
            <a:schemeClr val="tx1"/>
          </a:fontRef>
        </p:style>
      </p:cxnSp>
      <p:sp>
        <p:nvSpPr>
          <p:cNvPr id="20" name="Текст 37">
            <a:extLst>
              <a:ext uri="{FF2B5EF4-FFF2-40B4-BE49-F238E27FC236}">
                <a16:creationId xmlns:a16="http://schemas.microsoft.com/office/drawing/2014/main" id="{C0A1CB46-D6D6-5E48-B4F7-CCED4525C46F}"/>
              </a:ext>
            </a:extLst>
          </p:cNvPr>
          <p:cNvSpPr>
            <a:spLocks noGrp="1"/>
          </p:cNvSpPr>
          <p:nvPr>
            <p:ph type="body" sz="quarter" idx="13" hasCustomPrompt="1"/>
          </p:nvPr>
        </p:nvSpPr>
        <p:spPr>
          <a:xfrm>
            <a:off x="1143689" y="540904"/>
            <a:ext cx="1901825" cy="415925"/>
          </a:xfrm>
          <a:prstGeom prst="rect">
            <a:avLst/>
          </a:prstGeom>
        </p:spPr>
        <p:txBody>
          <a:bodyPr lIns="0" tIns="0" rIns="0" bIns="0">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a:latin typeface="HSE Sans" panose="02000000000000000000" pitchFamily="2" charset="0"/>
              </a:defRPr>
            </a:lvl1pPr>
            <a:lvl2pPr marL="457200" indent="0">
              <a:lnSpc>
                <a:spcPct val="100000"/>
              </a:lnSpc>
              <a:buNone/>
              <a:defRPr sz="1000" b="0" i="0">
                <a:latin typeface="HSE Sans" panose="02000000000000000000" pitchFamily="2" charset="0"/>
              </a:defRPr>
            </a:lvl2pPr>
            <a:lvl3pPr marL="914400" indent="0">
              <a:lnSpc>
                <a:spcPct val="100000"/>
              </a:lnSpc>
              <a:buNone/>
              <a:defRPr sz="1000" b="0" i="0">
                <a:latin typeface="HSE Sans" panose="02000000000000000000" pitchFamily="2" charset="0"/>
              </a:defRPr>
            </a:lvl3pPr>
            <a:lvl4pPr marL="1371600" indent="0">
              <a:lnSpc>
                <a:spcPct val="100000"/>
              </a:lnSpc>
              <a:buNone/>
              <a:defRPr sz="1000" b="0" i="0">
                <a:latin typeface="HSE Sans" panose="02000000000000000000" pitchFamily="2" charset="0"/>
              </a:defRPr>
            </a:lvl4pPr>
            <a:lvl5pPr marL="1828800" indent="0">
              <a:lnSpc>
                <a:spcPct val="100000"/>
              </a:lnSpc>
              <a:buNone/>
              <a:defRPr sz="1000" b="0" i="0">
                <a:latin typeface="HSE Sans" panose="02000000000000000000" pitchFamily="2" charset="0"/>
              </a:defRPr>
            </a:lvl5pPr>
          </a:lstStyle>
          <a:p>
            <a:r>
              <a:rPr lang="en-US" sz="1000" dirty="0">
                <a:latin typeface="HSE Sans" panose="02000000000000000000" pitchFamily="2" charset="0"/>
              </a:rPr>
              <a:t>Name of subdivisions in two or three lines </a:t>
            </a:r>
            <a:r>
              <a:rPr lang="en-GB" sz="1000" dirty="0">
                <a:latin typeface="HSE Sans" panose="02000000000000000000" pitchFamily="2" charset="0"/>
              </a:rPr>
              <a:t>(10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1" name="Текст 39">
            <a:extLst>
              <a:ext uri="{FF2B5EF4-FFF2-40B4-BE49-F238E27FC236}">
                <a16:creationId xmlns:a16="http://schemas.microsoft.com/office/drawing/2014/main" id="{25D35A19-1AA8-204A-BFCA-83B65D59CFF4}"/>
              </a:ext>
            </a:extLst>
          </p:cNvPr>
          <p:cNvSpPr>
            <a:spLocks noGrp="1"/>
          </p:cNvSpPr>
          <p:nvPr>
            <p:ph type="body" sz="quarter" idx="14" hasCustomPrompt="1"/>
          </p:nvPr>
        </p:nvSpPr>
        <p:spPr>
          <a:xfrm>
            <a:off x="3459163"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
        <p:nvSpPr>
          <p:cNvPr id="22" name="Текст 39">
            <a:extLst>
              <a:ext uri="{FF2B5EF4-FFF2-40B4-BE49-F238E27FC236}">
                <a16:creationId xmlns:a16="http://schemas.microsoft.com/office/drawing/2014/main" id="{3557077C-F503-0B4A-82A2-54D21547E589}"/>
              </a:ext>
            </a:extLst>
          </p:cNvPr>
          <p:cNvSpPr>
            <a:spLocks noGrp="1"/>
          </p:cNvSpPr>
          <p:nvPr>
            <p:ph type="body" sz="quarter" idx="15" hasCustomPrompt="1"/>
          </p:nvPr>
        </p:nvSpPr>
        <p:spPr>
          <a:xfrm>
            <a:off x="6259892" y="548720"/>
            <a:ext cx="2070100" cy="408109"/>
          </a:xfrm>
          <a:prstGeom prst="rect">
            <a:avLst/>
          </a:prstGeom>
        </p:spPr>
        <p:txBody>
          <a:bodyPr lIns="0" tIns="0" rIns="0" bIns="0">
            <a:noAutofit/>
          </a:bodyPr>
          <a:lstStyle>
            <a:lvl1pPr marL="0" indent="0">
              <a:lnSpc>
                <a:spcPct val="100000"/>
              </a:lnSpc>
              <a:spcBef>
                <a:spcPts val="0"/>
              </a:spcBef>
              <a:buNone/>
              <a:defRPr sz="1000" b="0" i="0">
                <a:solidFill>
                  <a:srgbClr val="0E2D69"/>
                </a:solidFill>
                <a:latin typeface="HSE Sans" panose="02000000000000000000" pitchFamily="2" charset="0"/>
              </a:defRPr>
            </a:lvl1pPr>
            <a:lvl2pPr marL="457200" indent="0">
              <a:buNone/>
              <a:defRPr sz="1000" b="0" i="0">
                <a:solidFill>
                  <a:srgbClr val="0E2D69"/>
                </a:solidFill>
                <a:latin typeface="HSE Sans" panose="02000000000000000000" pitchFamily="2" charset="0"/>
              </a:defRPr>
            </a:lvl2pPr>
            <a:lvl3pPr marL="914400" indent="0">
              <a:buNone/>
              <a:defRPr sz="1000" b="0" i="0">
                <a:solidFill>
                  <a:srgbClr val="0E2D69"/>
                </a:solidFill>
                <a:latin typeface="HSE Sans" panose="02000000000000000000" pitchFamily="2" charset="0"/>
              </a:defRPr>
            </a:lvl3pPr>
            <a:lvl4pPr marL="1371600" indent="0">
              <a:buNone/>
              <a:defRPr sz="1000" b="0" i="0">
                <a:solidFill>
                  <a:srgbClr val="0E2D69"/>
                </a:solidFill>
                <a:latin typeface="HSE Sans" panose="02000000000000000000" pitchFamily="2" charset="0"/>
              </a:defRPr>
            </a:lvl4pPr>
            <a:lvl5pPr marL="1828800" indent="0">
              <a:buNone/>
              <a:defRPr sz="1000" b="0" i="0">
                <a:solidFill>
                  <a:srgbClr val="0E2D69"/>
                </a:solidFill>
                <a:latin typeface="HSE Sans" panose="02000000000000000000" pitchFamily="2" charset="0"/>
              </a:defRPr>
            </a:lvl5pPr>
          </a:lstStyle>
          <a:p>
            <a:r>
              <a:rPr lang="en-GB" sz="1000" dirty="0">
                <a:latin typeface="HSE Sans" panose="02000000000000000000" pitchFamily="2" charset="0"/>
              </a:rPr>
              <a:t>Name of presentation can be provided in two or three lines (10 </a:t>
            </a:r>
            <a:r>
              <a:rPr lang="en-GB" sz="1000" dirty="0" err="1">
                <a:latin typeface="HSE Sans" panose="02000000000000000000" pitchFamily="2" charset="0"/>
              </a:rPr>
              <a:t>pt</a:t>
            </a:r>
            <a:r>
              <a:rPr lang="en-GB" sz="1000" dirty="0">
                <a:latin typeface="HSE Sans" panose="02000000000000000000" pitchFamily="2" charset="0"/>
              </a:rPr>
              <a:t>)</a:t>
            </a:r>
            <a:endParaRPr lang="ru-RU" sz="1000" dirty="0">
              <a:latin typeface="HSE Sans" panose="02000000000000000000" pitchFamily="2" charset="0"/>
            </a:endParaRPr>
          </a:p>
        </p:txBody>
      </p:sp>
    </p:spTree>
    <p:extLst>
      <p:ext uri="{BB962C8B-B14F-4D97-AF65-F5344CB8AC3E}">
        <p14:creationId xmlns:p14="http://schemas.microsoft.com/office/powerpoint/2010/main" val="31952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чисты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064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50601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4" r:id="rId7"/>
    <p:sldLayoutId id="2147483655" r:id="rId8"/>
    <p:sldLayoutId id="2147483656" r:id="rId9"/>
    <p:sldLayoutId id="2147483658" r:id="rId10"/>
    <p:sldLayoutId id="2147483657"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757A51-BBC2-9047-B199-AE90EB17B4D4}"/>
              </a:ext>
            </a:extLst>
          </p:cNvPr>
          <p:cNvSpPr>
            <a:spLocks noGrp="1"/>
          </p:cNvSpPr>
          <p:nvPr>
            <p:ph type="title"/>
          </p:nvPr>
        </p:nvSpPr>
        <p:spPr>
          <a:xfrm>
            <a:off x="2249325" y="1969260"/>
            <a:ext cx="7724234" cy="2615476"/>
          </a:xfrm>
        </p:spPr>
        <p:txBody>
          <a:bodyPr>
            <a:normAutofit/>
          </a:bodyPr>
          <a:lstStyle/>
          <a:p>
            <a:pPr algn="ctr"/>
            <a:r>
              <a:rPr lang="en-GB" dirty="0"/>
              <a:t>Social Network Analysis of Amherst College Facebook Connections</a:t>
            </a:r>
            <a:br>
              <a:rPr lang="en-GB" dirty="0"/>
            </a:br>
            <a:br>
              <a:rPr lang="en-GB" sz="1400" dirty="0"/>
            </a:br>
            <a:r>
              <a:rPr lang="en-GB" sz="2200" dirty="0"/>
              <a:t>By: Amit Raj</a:t>
            </a:r>
            <a:endParaRPr lang="ru-RU" dirty="0"/>
          </a:p>
        </p:txBody>
      </p:sp>
      <p:sp>
        <p:nvSpPr>
          <p:cNvPr id="3" name="Текст 2">
            <a:extLst>
              <a:ext uri="{FF2B5EF4-FFF2-40B4-BE49-F238E27FC236}">
                <a16:creationId xmlns:a16="http://schemas.microsoft.com/office/drawing/2014/main" id="{268EB560-A246-394A-858C-3B1CFBF03B46}"/>
              </a:ext>
            </a:extLst>
          </p:cNvPr>
          <p:cNvSpPr>
            <a:spLocks noGrp="1"/>
          </p:cNvSpPr>
          <p:nvPr>
            <p:ph type="body" sz="quarter" idx="10"/>
          </p:nvPr>
        </p:nvSpPr>
        <p:spPr/>
        <p:txBody>
          <a:bodyPr/>
          <a:lstStyle/>
          <a:p>
            <a:r>
              <a:rPr lang="en-IN" dirty="0"/>
              <a:t>Faculty of Computer Science</a:t>
            </a:r>
            <a:endParaRPr lang="ru-RU" dirty="0"/>
          </a:p>
        </p:txBody>
      </p:sp>
      <p:sp>
        <p:nvSpPr>
          <p:cNvPr id="4" name="Текст 3">
            <a:extLst>
              <a:ext uri="{FF2B5EF4-FFF2-40B4-BE49-F238E27FC236}">
                <a16:creationId xmlns:a16="http://schemas.microsoft.com/office/drawing/2014/main" id="{83B3283F-BF0F-3744-BA57-1A19F8F76332}"/>
              </a:ext>
            </a:extLst>
          </p:cNvPr>
          <p:cNvSpPr>
            <a:spLocks noGrp="1"/>
          </p:cNvSpPr>
          <p:nvPr>
            <p:ph type="body" sz="quarter" idx="11"/>
          </p:nvPr>
        </p:nvSpPr>
        <p:spPr/>
        <p:txBody>
          <a:bodyPr>
            <a:normAutofit/>
          </a:bodyPr>
          <a:lstStyle/>
          <a:p>
            <a:r>
              <a:rPr lang="en-IN" sz="1400" dirty="0"/>
              <a:t>Network Science</a:t>
            </a:r>
            <a:endParaRPr lang="ru-RU" sz="1400" dirty="0"/>
          </a:p>
        </p:txBody>
      </p:sp>
      <p:sp>
        <p:nvSpPr>
          <p:cNvPr id="5" name="Текст 4">
            <a:extLst>
              <a:ext uri="{FF2B5EF4-FFF2-40B4-BE49-F238E27FC236}">
                <a16:creationId xmlns:a16="http://schemas.microsoft.com/office/drawing/2014/main" id="{CC6432FC-CD29-4D47-A915-D2737E0BEA33}"/>
              </a:ext>
            </a:extLst>
          </p:cNvPr>
          <p:cNvSpPr>
            <a:spLocks noGrp="1"/>
          </p:cNvSpPr>
          <p:nvPr>
            <p:ph type="body" idx="12"/>
          </p:nvPr>
        </p:nvSpPr>
        <p:spPr/>
        <p:txBody>
          <a:bodyPr>
            <a:normAutofit/>
          </a:bodyPr>
          <a:lstStyle/>
          <a:p>
            <a:r>
              <a:rPr lang="en-IN" sz="1400" dirty="0"/>
              <a:t>Moscow 2025</a:t>
            </a:r>
            <a:endParaRPr lang="ru-RU" sz="1400" dirty="0"/>
          </a:p>
        </p:txBody>
      </p:sp>
    </p:spTree>
    <p:extLst>
      <p:ext uri="{BB962C8B-B14F-4D97-AF65-F5344CB8AC3E}">
        <p14:creationId xmlns:p14="http://schemas.microsoft.com/office/powerpoint/2010/main" val="145221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ED923B-07CA-1AE6-66E8-BD9BB1F47A48}"/>
              </a:ext>
            </a:extLst>
          </p:cNvPr>
          <p:cNvSpPr txBox="1"/>
          <p:nvPr/>
        </p:nvSpPr>
        <p:spPr>
          <a:xfrm>
            <a:off x="1602557" y="546755"/>
            <a:ext cx="4864231" cy="523220"/>
          </a:xfrm>
          <a:prstGeom prst="rect">
            <a:avLst/>
          </a:prstGeom>
          <a:noFill/>
        </p:spPr>
        <p:txBody>
          <a:bodyPr wrap="square" rtlCol="0">
            <a:spAutoFit/>
          </a:bodyPr>
          <a:lstStyle/>
          <a:p>
            <a:pPr algn="l"/>
            <a:r>
              <a:rPr lang="en-IN" sz="2800" b="1" u="sng" dirty="0"/>
              <a:t>Project Overview</a:t>
            </a:r>
          </a:p>
        </p:txBody>
      </p:sp>
      <p:sp>
        <p:nvSpPr>
          <p:cNvPr id="3" name="TextBox 2">
            <a:extLst>
              <a:ext uri="{FF2B5EF4-FFF2-40B4-BE49-F238E27FC236}">
                <a16:creationId xmlns:a16="http://schemas.microsoft.com/office/drawing/2014/main" id="{9E10CC1D-4F3A-F2F6-EFDD-EE1BA4107344}"/>
              </a:ext>
            </a:extLst>
          </p:cNvPr>
          <p:cNvSpPr txBox="1"/>
          <p:nvPr/>
        </p:nvSpPr>
        <p:spPr>
          <a:xfrm>
            <a:off x="1602556" y="1326003"/>
            <a:ext cx="8672659" cy="4693593"/>
          </a:xfrm>
          <a:prstGeom prst="rect">
            <a:avLst/>
          </a:prstGeom>
          <a:noFill/>
        </p:spPr>
        <p:txBody>
          <a:bodyPr wrap="square" rtlCol="0">
            <a:spAutoFit/>
          </a:bodyPr>
          <a:lstStyle/>
          <a:p>
            <a:pPr algn="l"/>
            <a:r>
              <a:rPr lang="en-IN" sz="2800" b="1" dirty="0"/>
              <a:t>Objective:</a:t>
            </a:r>
          </a:p>
          <a:p>
            <a:pPr algn="l"/>
            <a:endParaRPr lang="en-IN" sz="1200" b="1" dirty="0"/>
          </a:p>
          <a:p>
            <a:pPr marL="342900" indent="-342900" algn="l">
              <a:buFont typeface="Arial" panose="020B0604020202020204" pitchFamily="34" charset="0"/>
              <a:buChar char="•"/>
            </a:pPr>
            <a:r>
              <a:rPr lang="en-IN" sz="2400" dirty="0" err="1"/>
              <a:t>Analyze</a:t>
            </a:r>
            <a:r>
              <a:rPr lang="en-IN" sz="2400" dirty="0"/>
              <a:t> the Amherst College Facebook network (2,235 nodes, 90,954 edges)</a:t>
            </a:r>
          </a:p>
          <a:p>
            <a:pPr marL="342900" indent="-342900" algn="l">
              <a:buFont typeface="Arial" panose="020B0604020202020204" pitchFamily="34" charset="0"/>
              <a:buChar char="•"/>
            </a:pPr>
            <a:r>
              <a:rPr lang="en-IN" sz="2400" dirty="0"/>
              <a:t>Identify communities and key influencers</a:t>
            </a:r>
          </a:p>
          <a:p>
            <a:pPr algn="l"/>
            <a:endParaRPr lang="en-IN" sz="2800" b="1" dirty="0"/>
          </a:p>
          <a:p>
            <a:pPr algn="l"/>
            <a:r>
              <a:rPr lang="en-IN" sz="2800" b="1" dirty="0"/>
              <a:t>Methods:</a:t>
            </a:r>
          </a:p>
          <a:p>
            <a:pPr algn="l"/>
            <a:endParaRPr lang="en-IN" sz="1100" b="1" dirty="0"/>
          </a:p>
          <a:p>
            <a:pPr marL="342900" indent="-342900" algn="l">
              <a:buFont typeface="Arial" panose="020B0604020202020204" pitchFamily="34" charset="0"/>
              <a:buChar char="•"/>
            </a:pPr>
            <a:r>
              <a:rPr lang="en-IN" sz="2400" dirty="0"/>
              <a:t>Community detection (Louvain, Label Propagation, Girvan-Newman)</a:t>
            </a:r>
          </a:p>
          <a:p>
            <a:pPr marL="342900" indent="-342900" algn="l">
              <a:buFont typeface="Arial" panose="020B0604020202020204" pitchFamily="34" charset="0"/>
              <a:buChar char="•"/>
            </a:pPr>
            <a:r>
              <a:rPr lang="en-IN" sz="2400" dirty="0"/>
              <a:t>Centrality measures (Degree, Betweenness, Eigenvector)</a:t>
            </a:r>
          </a:p>
          <a:p>
            <a:pPr algn="l"/>
            <a:endParaRPr lang="en-IN" sz="2000" dirty="0"/>
          </a:p>
          <a:p>
            <a:pPr algn="l"/>
            <a:r>
              <a:rPr lang="en-IN" sz="2800" b="1" dirty="0"/>
              <a:t>Tools: Python (</a:t>
            </a:r>
            <a:r>
              <a:rPr lang="en-IN" sz="2800" b="1" dirty="0" err="1"/>
              <a:t>NetworkX</a:t>
            </a:r>
            <a:r>
              <a:rPr lang="en-IN" sz="2800" b="1" dirty="0"/>
              <a:t>, Pandas, Matplotlib)</a:t>
            </a:r>
            <a:endParaRPr lang="en-GB" sz="2800" dirty="0"/>
          </a:p>
        </p:txBody>
      </p:sp>
    </p:spTree>
    <p:extLst>
      <p:ext uri="{BB962C8B-B14F-4D97-AF65-F5344CB8AC3E}">
        <p14:creationId xmlns:p14="http://schemas.microsoft.com/office/powerpoint/2010/main" val="1282161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8FBB8-5844-266C-9553-504B450BB6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54F1BE-367A-48EE-33D6-B766174073EA}"/>
              </a:ext>
            </a:extLst>
          </p:cNvPr>
          <p:cNvSpPr txBox="1"/>
          <p:nvPr/>
        </p:nvSpPr>
        <p:spPr>
          <a:xfrm>
            <a:off x="1602557" y="546755"/>
            <a:ext cx="4864231" cy="523220"/>
          </a:xfrm>
          <a:prstGeom prst="rect">
            <a:avLst/>
          </a:prstGeom>
          <a:noFill/>
        </p:spPr>
        <p:txBody>
          <a:bodyPr wrap="square" rtlCol="0">
            <a:spAutoFit/>
          </a:bodyPr>
          <a:lstStyle/>
          <a:p>
            <a:pPr algn="l"/>
            <a:r>
              <a:rPr lang="en-IN" sz="2800" b="1" u="sng" dirty="0"/>
              <a:t>Network Properties</a:t>
            </a:r>
          </a:p>
        </p:txBody>
      </p:sp>
      <p:sp>
        <p:nvSpPr>
          <p:cNvPr id="3" name="TextBox 2">
            <a:extLst>
              <a:ext uri="{FF2B5EF4-FFF2-40B4-BE49-F238E27FC236}">
                <a16:creationId xmlns:a16="http://schemas.microsoft.com/office/drawing/2014/main" id="{1522A379-A356-3ECC-C0DB-15925DB7B0BF}"/>
              </a:ext>
            </a:extLst>
          </p:cNvPr>
          <p:cNvSpPr txBox="1"/>
          <p:nvPr/>
        </p:nvSpPr>
        <p:spPr>
          <a:xfrm>
            <a:off x="1779105" y="1767733"/>
            <a:ext cx="7484165" cy="4093428"/>
          </a:xfrm>
          <a:prstGeom prst="rect">
            <a:avLst/>
          </a:prstGeom>
          <a:noFill/>
        </p:spPr>
        <p:txBody>
          <a:bodyPr wrap="square" rtlCol="0">
            <a:spAutoFit/>
          </a:bodyPr>
          <a:lstStyle/>
          <a:p>
            <a:pPr algn="l"/>
            <a:r>
              <a:rPr lang="en-GB" sz="2400" b="1" dirty="0">
                <a:latin typeface="HSE Sans" panose="02000000000000000000" pitchFamily="2" charset="0"/>
              </a:rPr>
              <a:t>Network Summary:</a:t>
            </a:r>
          </a:p>
          <a:p>
            <a:pPr algn="l"/>
            <a:endParaRPr lang="en-GB" sz="2000" b="1" dirty="0">
              <a:latin typeface="HSE Sans" panose="02000000000000000000" pitchFamily="2" charset="0"/>
            </a:endParaRPr>
          </a:p>
          <a:p>
            <a:pPr marL="342900" indent="-342900" algn="l">
              <a:buFont typeface="Arial" panose="020B0604020202020204" pitchFamily="34" charset="0"/>
              <a:buChar char="•"/>
            </a:pPr>
            <a:r>
              <a:rPr lang="en-GB" sz="2400" dirty="0"/>
              <a:t>Edges: 90954 undirected friendships</a:t>
            </a:r>
          </a:p>
          <a:p>
            <a:pPr marL="342900" indent="-342900" algn="l">
              <a:buFont typeface="Arial" panose="020B0604020202020204" pitchFamily="34" charset="0"/>
              <a:buChar char="•"/>
            </a:pPr>
            <a:r>
              <a:rPr lang="en-GB" sz="2400" dirty="0"/>
              <a:t>Network Type: Undirected, Homogeneous, Unweighted</a:t>
            </a:r>
          </a:p>
          <a:p>
            <a:pPr marL="342900" indent="-342900" algn="l">
              <a:buFont typeface="Arial" panose="020B0604020202020204" pitchFamily="34" charset="0"/>
              <a:buChar char="•"/>
            </a:pPr>
            <a:r>
              <a:rPr lang="en-GB" sz="2400" dirty="0"/>
              <a:t>Average Degree: 81.39</a:t>
            </a:r>
          </a:p>
          <a:p>
            <a:pPr marL="342900" indent="-342900" algn="l">
              <a:buFont typeface="Arial" panose="020B0604020202020204" pitchFamily="34" charset="0"/>
              <a:buChar char="•"/>
            </a:pPr>
            <a:r>
              <a:rPr lang="en-GB" sz="2400" dirty="0"/>
              <a:t>Network Density: 0.036433</a:t>
            </a:r>
          </a:p>
          <a:p>
            <a:pPr marL="342900" indent="-342900" algn="l">
              <a:buFont typeface="Arial" panose="020B0604020202020204" pitchFamily="34" charset="0"/>
              <a:buChar char="•"/>
            </a:pPr>
            <a:r>
              <a:rPr lang="en-GB" sz="2400" dirty="0"/>
              <a:t>Directed/Undirected: Undirected (Facebook friendships are mutual).</a:t>
            </a:r>
          </a:p>
          <a:p>
            <a:pPr marL="342900" indent="-342900" algn="l">
              <a:buFont typeface="Arial" panose="020B0604020202020204" pitchFamily="34" charset="0"/>
              <a:buChar char="•"/>
            </a:pPr>
            <a:r>
              <a:rPr lang="en-GB" sz="2400" dirty="0"/>
              <a:t>Heterogeneous/Homogeneous: Homogeneous</a:t>
            </a:r>
          </a:p>
          <a:p>
            <a:pPr marL="342900" indent="-342900" algn="l">
              <a:buFont typeface="Arial" panose="020B0604020202020204" pitchFamily="34" charset="0"/>
              <a:buChar char="•"/>
            </a:pPr>
            <a:endParaRPr lang="en-GB" sz="2400" dirty="0"/>
          </a:p>
          <a:p>
            <a:pPr marL="342900" indent="-342900" algn="l">
              <a:buFont typeface="Arial" panose="020B0604020202020204" pitchFamily="34" charset="0"/>
              <a:buChar char="•"/>
            </a:pPr>
            <a:r>
              <a:rPr lang="en-GB" sz="2400" dirty="0"/>
              <a:t>Weighted/Unweighted: Unweighted</a:t>
            </a:r>
          </a:p>
        </p:txBody>
      </p:sp>
    </p:spTree>
    <p:extLst>
      <p:ext uri="{BB962C8B-B14F-4D97-AF65-F5344CB8AC3E}">
        <p14:creationId xmlns:p14="http://schemas.microsoft.com/office/powerpoint/2010/main" val="471923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DDCF3-8242-6B2A-14B2-2868511966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FBDBDE-DB3C-B8B9-B27D-5D65722D0695}"/>
              </a:ext>
            </a:extLst>
          </p:cNvPr>
          <p:cNvSpPr txBox="1"/>
          <p:nvPr/>
        </p:nvSpPr>
        <p:spPr>
          <a:xfrm>
            <a:off x="1602557" y="546755"/>
            <a:ext cx="4864231" cy="523220"/>
          </a:xfrm>
          <a:prstGeom prst="rect">
            <a:avLst/>
          </a:prstGeom>
          <a:noFill/>
        </p:spPr>
        <p:txBody>
          <a:bodyPr wrap="square" rtlCol="0">
            <a:spAutoFit/>
          </a:bodyPr>
          <a:lstStyle/>
          <a:p>
            <a:pPr algn="l"/>
            <a:r>
              <a:rPr lang="en-IN" sz="2800" b="1" u="sng" dirty="0"/>
              <a:t>Degree Distribution</a:t>
            </a:r>
          </a:p>
        </p:txBody>
      </p:sp>
      <p:sp>
        <p:nvSpPr>
          <p:cNvPr id="3" name="TextBox 2">
            <a:extLst>
              <a:ext uri="{FF2B5EF4-FFF2-40B4-BE49-F238E27FC236}">
                <a16:creationId xmlns:a16="http://schemas.microsoft.com/office/drawing/2014/main" id="{D26B5590-D98B-E14F-236D-7A8FFE2C6A7A}"/>
              </a:ext>
            </a:extLst>
          </p:cNvPr>
          <p:cNvSpPr txBox="1"/>
          <p:nvPr/>
        </p:nvSpPr>
        <p:spPr>
          <a:xfrm>
            <a:off x="5734879" y="566633"/>
            <a:ext cx="5913781" cy="1323439"/>
          </a:xfrm>
          <a:prstGeom prst="rect">
            <a:avLst/>
          </a:prstGeom>
          <a:noFill/>
        </p:spPr>
        <p:txBody>
          <a:bodyPr wrap="square" rtlCol="0">
            <a:spAutoFit/>
          </a:bodyPr>
          <a:lstStyle/>
          <a:p>
            <a:pPr algn="l"/>
            <a:r>
              <a:rPr lang="en-GB" sz="2000" b="1" dirty="0">
                <a:latin typeface="HSE Sans" panose="02000000000000000000" pitchFamily="2" charset="0"/>
              </a:rPr>
              <a:t>Key Metrics:</a:t>
            </a:r>
          </a:p>
          <a:p>
            <a:pPr algn="l"/>
            <a:endParaRPr lang="en-GB" sz="1000" dirty="0">
              <a:latin typeface="HSE Sans" panose="02000000000000000000" pitchFamily="2" charset="0"/>
            </a:endParaRPr>
          </a:p>
          <a:p>
            <a:pPr algn="l"/>
            <a:r>
              <a:rPr lang="en-GB" sz="2000" dirty="0">
                <a:latin typeface="HSE Sans" panose="02000000000000000000" pitchFamily="2" charset="0"/>
              </a:rPr>
              <a:t>Avg. Degree: 81.39 | Clustering: 0.45 (12.5× random)</a:t>
            </a:r>
          </a:p>
          <a:p>
            <a:pPr algn="l"/>
            <a:r>
              <a:rPr lang="en-GB" sz="2000" dirty="0">
                <a:latin typeface="HSE Sans" panose="02000000000000000000" pitchFamily="2" charset="0"/>
              </a:rPr>
              <a:t>Avg. Path Length: 2.2 (Small-world effect)</a:t>
            </a:r>
          </a:p>
          <a:p>
            <a:pPr algn="l"/>
            <a:endParaRPr lang="en-GB" sz="1000" dirty="0">
              <a:latin typeface="HSE Sans" panose="02000000000000000000" pitchFamily="2" charset="0"/>
            </a:endParaRPr>
          </a:p>
        </p:txBody>
      </p:sp>
      <p:pic>
        <p:nvPicPr>
          <p:cNvPr id="5" name="Picture 4">
            <a:extLst>
              <a:ext uri="{FF2B5EF4-FFF2-40B4-BE49-F238E27FC236}">
                <a16:creationId xmlns:a16="http://schemas.microsoft.com/office/drawing/2014/main" id="{D8410F50-CDBA-1B45-63E1-D37504FDB3EB}"/>
              </a:ext>
            </a:extLst>
          </p:cNvPr>
          <p:cNvPicPr>
            <a:picLocks noChangeAspect="1"/>
          </p:cNvPicPr>
          <p:nvPr/>
        </p:nvPicPr>
        <p:blipFill>
          <a:blip r:embed="rId2"/>
          <a:stretch>
            <a:fillRect/>
          </a:stretch>
        </p:blipFill>
        <p:spPr>
          <a:xfrm>
            <a:off x="430039" y="1839392"/>
            <a:ext cx="11331922" cy="4625741"/>
          </a:xfrm>
          <a:prstGeom prst="rect">
            <a:avLst/>
          </a:prstGeom>
        </p:spPr>
      </p:pic>
    </p:spTree>
    <p:extLst>
      <p:ext uri="{BB962C8B-B14F-4D97-AF65-F5344CB8AC3E}">
        <p14:creationId xmlns:p14="http://schemas.microsoft.com/office/powerpoint/2010/main" val="531296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90DCD-DC07-9447-E8D6-72A104A157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13B819-2EBA-64EF-47AC-86E31408298A}"/>
              </a:ext>
            </a:extLst>
          </p:cNvPr>
          <p:cNvSpPr txBox="1"/>
          <p:nvPr/>
        </p:nvSpPr>
        <p:spPr>
          <a:xfrm>
            <a:off x="1602557" y="546755"/>
            <a:ext cx="7014669" cy="523220"/>
          </a:xfrm>
          <a:prstGeom prst="rect">
            <a:avLst/>
          </a:prstGeom>
          <a:noFill/>
        </p:spPr>
        <p:txBody>
          <a:bodyPr wrap="square" rtlCol="0">
            <a:spAutoFit/>
          </a:bodyPr>
          <a:lstStyle/>
          <a:p>
            <a:pPr algn="l"/>
            <a:r>
              <a:rPr lang="en-IN" sz="2800" b="1" u="sng" dirty="0"/>
              <a:t>Average Distance &amp; Small-World Property</a:t>
            </a:r>
          </a:p>
        </p:txBody>
      </p:sp>
      <p:sp>
        <p:nvSpPr>
          <p:cNvPr id="3" name="TextBox 2">
            <a:extLst>
              <a:ext uri="{FF2B5EF4-FFF2-40B4-BE49-F238E27FC236}">
                <a16:creationId xmlns:a16="http://schemas.microsoft.com/office/drawing/2014/main" id="{138A3AFC-9557-587C-763B-766EA745ECFB}"/>
              </a:ext>
            </a:extLst>
          </p:cNvPr>
          <p:cNvSpPr txBox="1"/>
          <p:nvPr/>
        </p:nvSpPr>
        <p:spPr>
          <a:xfrm>
            <a:off x="1391479" y="1324793"/>
            <a:ext cx="9084365" cy="5262979"/>
          </a:xfrm>
          <a:prstGeom prst="rect">
            <a:avLst/>
          </a:prstGeom>
          <a:noFill/>
        </p:spPr>
        <p:txBody>
          <a:bodyPr wrap="square" rtlCol="0">
            <a:spAutoFit/>
          </a:bodyPr>
          <a:lstStyle/>
          <a:p>
            <a:pPr marL="342900" indent="-342900" algn="l">
              <a:buFont typeface="Arial" panose="020B0604020202020204" pitchFamily="34" charset="0"/>
              <a:buChar char="•"/>
            </a:pPr>
            <a:r>
              <a:rPr lang="en-GB" sz="2400" dirty="0">
                <a:latin typeface="HSE Sans" panose="02000000000000000000" pitchFamily="2" charset="0"/>
              </a:rPr>
              <a:t>Average Path Length (LCC): ~2.20 (any two users are ~2.2 steps apart on average).</a:t>
            </a:r>
          </a:p>
          <a:p>
            <a:pPr marL="342900" indent="-342900" algn="l">
              <a:buFont typeface="Arial" panose="020B0604020202020204" pitchFamily="34" charset="0"/>
              <a:buChar char="•"/>
            </a:pPr>
            <a:endParaRPr lang="en-GB" sz="2400" dirty="0">
              <a:latin typeface="HSE Sans" panose="02000000000000000000" pitchFamily="2" charset="0"/>
            </a:endParaRPr>
          </a:p>
          <a:p>
            <a:pPr marL="342900" indent="-342900" algn="l">
              <a:buFont typeface="Arial" panose="020B0604020202020204" pitchFamily="34" charset="0"/>
              <a:buChar char="•"/>
            </a:pPr>
            <a:r>
              <a:rPr lang="en-GB" sz="2400" dirty="0">
                <a:latin typeface="HSE Sans" panose="02000000000000000000" pitchFamily="2" charset="0"/>
              </a:rPr>
              <a:t>The network exhibits small-world properties—high clustering (friends of friends tend to know each other) and short path lengths (any two people are connected via a few intermediaries).</a:t>
            </a:r>
          </a:p>
          <a:p>
            <a:pPr marL="342900" indent="-342900" algn="l">
              <a:buFont typeface="Arial" panose="020B0604020202020204" pitchFamily="34" charset="0"/>
              <a:buChar char="•"/>
            </a:pPr>
            <a:endParaRPr lang="en-GB" sz="2400" dirty="0">
              <a:latin typeface="HSE Sans" panose="02000000000000000000" pitchFamily="2" charset="0"/>
            </a:endParaRPr>
          </a:p>
          <a:p>
            <a:pPr marL="342900" indent="-342900" algn="l">
              <a:buFont typeface="Arial" panose="020B0604020202020204" pitchFamily="34" charset="0"/>
              <a:buChar char="•"/>
            </a:pPr>
            <a:r>
              <a:rPr lang="en-GB" sz="2400" dirty="0">
                <a:latin typeface="HSE Sans" panose="02000000000000000000" pitchFamily="2" charset="0"/>
              </a:rPr>
              <a:t>Observed Clustering Coefficient: ~0.45 (45% chance that two friends of a user are also friends).</a:t>
            </a:r>
          </a:p>
          <a:p>
            <a:pPr marL="342900" indent="-342900" algn="l">
              <a:buFont typeface="Arial" panose="020B0604020202020204" pitchFamily="34" charset="0"/>
              <a:buChar char="•"/>
            </a:pPr>
            <a:endParaRPr lang="en-GB" sz="2400" dirty="0">
              <a:latin typeface="HSE Sans" panose="02000000000000000000" pitchFamily="2" charset="0"/>
            </a:endParaRPr>
          </a:p>
          <a:p>
            <a:pPr marL="342900" indent="-342900" algn="l">
              <a:buFont typeface="Arial" panose="020B0604020202020204" pitchFamily="34" charset="0"/>
              <a:buChar char="•"/>
            </a:pPr>
            <a:r>
              <a:rPr lang="en-GB" sz="2400" dirty="0">
                <a:latin typeface="HSE Sans" panose="02000000000000000000" pitchFamily="2" charset="0"/>
              </a:rPr>
              <a:t>The actual clustering is ~12.5× higher than in a random network.</a:t>
            </a:r>
          </a:p>
          <a:p>
            <a:pPr marL="342900" indent="-342900" algn="l">
              <a:buFont typeface="Arial" panose="020B0604020202020204" pitchFamily="34" charset="0"/>
              <a:buChar char="•"/>
            </a:pPr>
            <a:endParaRPr lang="en-GB" sz="2400" dirty="0">
              <a:latin typeface="HSE Sans" panose="02000000000000000000" pitchFamily="2" charset="0"/>
            </a:endParaRPr>
          </a:p>
          <a:p>
            <a:pPr marL="342900" indent="-342900" algn="l">
              <a:buFont typeface="Arial" panose="020B0604020202020204" pitchFamily="34" charset="0"/>
              <a:buChar char="•"/>
            </a:pPr>
            <a:r>
              <a:rPr lang="en-GB" sz="2400" dirty="0">
                <a:latin typeface="HSE Sans" panose="02000000000000000000" pitchFamily="2" charset="0"/>
              </a:rPr>
              <a:t>This high clustering is typical of social networks (people form tightly knit friend groups).</a:t>
            </a:r>
            <a:endParaRPr lang="en-GB" sz="2400" dirty="0"/>
          </a:p>
        </p:txBody>
      </p:sp>
    </p:spTree>
    <p:extLst>
      <p:ext uri="{BB962C8B-B14F-4D97-AF65-F5344CB8AC3E}">
        <p14:creationId xmlns:p14="http://schemas.microsoft.com/office/powerpoint/2010/main" val="3137327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DE04A-4D5D-6D61-5EC4-ADFBEAE898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2949EE-1014-5BE7-1E62-0A14C4142A1D}"/>
              </a:ext>
            </a:extLst>
          </p:cNvPr>
          <p:cNvSpPr txBox="1"/>
          <p:nvPr/>
        </p:nvSpPr>
        <p:spPr>
          <a:xfrm>
            <a:off x="1602557" y="546755"/>
            <a:ext cx="7014669" cy="523220"/>
          </a:xfrm>
          <a:prstGeom prst="rect">
            <a:avLst/>
          </a:prstGeom>
          <a:noFill/>
        </p:spPr>
        <p:txBody>
          <a:bodyPr wrap="square" rtlCol="0">
            <a:spAutoFit/>
          </a:bodyPr>
          <a:lstStyle/>
          <a:p>
            <a:pPr algn="l"/>
            <a:r>
              <a:rPr lang="en-IN" sz="2800" b="1" u="sng" dirty="0"/>
              <a:t>Structural Analysis</a:t>
            </a:r>
          </a:p>
        </p:txBody>
      </p:sp>
      <p:sp>
        <p:nvSpPr>
          <p:cNvPr id="3" name="TextBox 2">
            <a:extLst>
              <a:ext uri="{FF2B5EF4-FFF2-40B4-BE49-F238E27FC236}">
                <a16:creationId xmlns:a16="http://schemas.microsoft.com/office/drawing/2014/main" id="{8191BC2B-AC6A-BCF1-D452-6A29F21EA38A}"/>
              </a:ext>
            </a:extLst>
          </p:cNvPr>
          <p:cNvSpPr txBox="1"/>
          <p:nvPr/>
        </p:nvSpPr>
        <p:spPr>
          <a:xfrm>
            <a:off x="1444486" y="1874728"/>
            <a:ext cx="8872331" cy="3108543"/>
          </a:xfrm>
          <a:prstGeom prst="rect">
            <a:avLst/>
          </a:prstGeom>
          <a:noFill/>
        </p:spPr>
        <p:txBody>
          <a:bodyPr wrap="square" rtlCol="0">
            <a:spAutoFit/>
          </a:bodyPr>
          <a:lstStyle/>
          <a:p>
            <a:pPr marL="342900" indent="-342900" algn="l">
              <a:buFont typeface="Arial" panose="020B0604020202020204" pitchFamily="34" charset="0"/>
              <a:buChar char="•"/>
            </a:pPr>
            <a:r>
              <a:rPr lang="en-GB" sz="2800" dirty="0">
                <a:latin typeface="HSE Sans" panose="02000000000000000000" pitchFamily="2" charset="0"/>
              </a:rPr>
              <a:t>The Amherst network is a hybrid of BA and WS:</a:t>
            </a:r>
          </a:p>
          <a:p>
            <a:pPr marL="342900" indent="-342900" algn="l">
              <a:buFont typeface="Arial" panose="020B0604020202020204" pitchFamily="34" charset="0"/>
              <a:buChar char="•"/>
            </a:pPr>
            <a:endParaRPr lang="en-GB" sz="2800" dirty="0">
              <a:latin typeface="HSE Sans" panose="02000000000000000000" pitchFamily="2" charset="0"/>
            </a:endParaRPr>
          </a:p>
          <a:p>
            <a:pPr marL="342900" indent="-342900" algn="l">
              <a:buFont typeface="Arial" panose="020B0604020202020204" pitchFamily="34" charset="0"/>
              <a:buChar char="•"/>
            </a:pPr>
            <a:r>
              <a:rPr lang="en-GB" sz="2800" dirty="0">
                <a:latin typeface="HSE Sans" panose="02000000000000000000" pitchFamily="2" charset="0"/>
              </a:rPr>
              <a:t>BA-like: Scale-free hubs (e.g., popular individuals).</a:t>
            </a:r>
          </a:p>
          <a:p>
            <a:pPr marL="342900" indent="-342900" algn="l">
              <a:buFont typeface="Arial" panose="020B0604020202020204" pitchFamily="34" charset="0"/>
              <a:buChar char="•"/>
            </a:pPr>
            <a:endParaRPr lang="en-GB" sz="2800" dirty="0">
              <a:latin typeface="HSE Sans" panose="02000000000000000000" pitchFamily="2" charset="0"/>
            </a:endParaRPr>
          </a:p>
          <a:p>
            <a:pPr marL="342900" indent="-342900" algn="l">
              <a:buFont typeface="Arial" panose="020B0604020202020204" pitchFamily="34" charset="0"/>
              <a:buChar char="•"/>
            </a:pPr>
            <a:r>
              <a:rPr lang="en-GB" sz="2800" dirty="0">
                <a:latin typeface="HSE Sans" panose="02000000000000000000" pitchFamily="2" charset="0"/>
              </a:rPr>
              <a:t>WS-like: High clustering (friend groups).</a:t>
            </a:r>
          </a:p>
          <a:p>
            <a:pPr marL="342900" indent="-342900" algn="l">
              <a:buFont typeface="Arial" panose="020B0604020202020204" pitchFamily="34" charset="0"/>
              <a:buChar char="•"/>
            </a:pPr>
            <a:endParaRPr lang="en-GB" sz="2800" dirty="0">
              <a:latin typeface="HSE Sans" panose="02000000000000000000" pitchFamily="2" charset="0"/>
            </a:endParaRPr>
          </a:p>
          <a:p>
            <a:pPr marL="342900" indent="-342900" algn="l">
              <a:buFont typeface="Arial" panose="020B0604020202020204" pitchFamily="34" charset="0"/>
              <a:buChar char="•"/>
            </a:pPr>
            <a:r>
              <a:rPr lang="en-GB" sz="2800" dirty="0">
                <a:latin typeface="HSE Sans" panose="02000000000000000000" pitchFamily="2" charset="0"/>
              </a:rPr>
              <a:t>Neither model alone captures both properties perfectly.</a:t>
            </a:r>
            <a:endParaRPr lang="en-GB" sz="2800" dirty="0"/>
          </a:p>
        </p:txBody>
      </p:sp>
    </p:spTree>
    <p:extLst>
      <p:ext uri="{BB962C8B-B14F-4D97-AF65-F5344CB8AC3E}">
        <p14:creationId xmlns:p14="http://schemas.microsoft.com/office/powerpoint/2010/main" val="1292765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6D712-8453-957D-FEE1-C3A6F5F8B8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D6615E-4637-D541-D553-F28253D0CCC3}"/>
              </a:ext>
            </a:extLst>
          </p:cNvPr>
          <p:cNvSpPr txBox="1"/>
          <p:nvPr/>
        </p:nvSpPr>
        <p:spPr>
          <a:xfrm>
            <a:off x="1602557" y="546755"/>
            <a:ext cx="7014669" cy="523220"/>
          </a:xfrm>
          <a:prstGeom prst="rect">
            <a:avLst/>
          </a:prstGeom>
          <a:noFill/>
        </p:spPr>
        <p:txBody>
          <a:bodyPr wrap="square" rtlCol="0">
            <a:spAutoFit/>
          </a:bodyPr>
          <a:lstStyle/>
          <a:p>
            <a:pPr algn="l"/>
            <a:r>
              <a:rPr lang="en-IN" sz="2800" b="1" u="sng" dirty="0"/>
              <a:t>Structural Analysis</a:t>
            </a:r>
          </a:p>
        </p:txBody>
      </p:sp>
      <p:sp>
        <p:nvSpPr>
          <p:cNvPr id="3" name="TextBox 2">
            <a:extLst>
              <a:ext uri="{FF2B5EF4-FFF2-40B4-BE49-F238E27FC236}">
                <a16:creationId xmlns:a16="http://schemas.microsoft.com/office/drawing/2014/main" id="{1328833A-749E-5EB5-4944-D2A4D53C6791}"/>
              </a:ext>
            </a:extLst>
          </p:cNvPr>
          <p:cNvSpPr txBox="1"/>
          <p:nvPr/>
        </p:nvSpPr>
        <p:spPr>
          <a:xfrm>
            <a:off x="1444486" y="1874728"/>
            <a:ext cx="8872331" cy="3108543"/>
          </a:xfrm>
          <a:prstGeom prst="rect">
            <a:avLst/>
          </a:prstGeom>
          <a:noFill/>
        </p:spPr>
        <p:txBody>
          <a:bodyPr wrap="square" rtlCol="0">
            <a:spAutoFit/>
          </a:bodyPr>
          <a:lstStyle/>
          <a:p>
            <a:pPr marL="342900" indent="-342900" algn="l">
              <a:buFont typeface="Arial" panose="020B0604020202020204" pitchFamily="34" charset="0"/>
              <a:buChar char="•"/>
            </a:pPr>
            <a:r>
              <a:rPr lang="en-GB" sz="2800" dirty="0">
                <a:latin typeface="HSE Sans" panose="02000000000000000000" pitchFamily="2" charset="0"/>
              </a:rPr>
              <a:t>The Amherst network is a hybrid of BA and WS:</a:t>
            </a:r>
          </a:p>
          <a:p>
            <a:pPr marL="342900" indent="-342900" algn="l">
              <a:buFont typeface="Arial" panose="020B0604020202020204" pitchFamily="34" charset="0"/>
              <a:buChar char="•"/>
            </a:pPr>
            <a:endParaRPr lang="en-GB" sz="2800" dirty="0">
              <a:latin typeface="HSE Sans" panose="02000000000000000000" pitchFamily="2" charset="0"/>
            </a:endParaRPr>
          </a:p>
          <a:p>
            <a:pPr marL="342900" indent="-342900" algn="l">
              <a:buFont typeface="Arial" panose="020B0604020202020204" pitchFamily="34" charset="0"/>
              <a:buChar char="•"/>
            </a:pPr>
            <a:r>
              <a:rPr lang="en-GB" sz="2800" dirty="0">
                <a:latin typeface="HSE Sans" panose="02000000000000000000" pitchFamily="2" charset="0"/>
              </a:rPr>
              <a:t>BA-like: Scale-free hubs (e.g., popular individuals).</a:t>
            </a:r>
          </a:p>
          <a:p>
            <a:pPr marL="342900" indent="-342900" algn="l">
              <a:buFont typeface="Arial" panose="020B0604020202020204" pitchFamily="34" charset="0"/>
              <a:buChar char="•"/>
            </a:pPr>
            <a:endParaRPr lang="en-GB" sz="2800" dirty="0">
              <a:latin typeface="HSE Sans" panose="02000000000000000000" pitchFamily="2" charset="0"/>
            </a:endParaRPr>
          </a:p>
          <a:p>
            <a:pPr marL="342900" indent="-342900" algn="l">
              <a:buFont typeface="Arial" panose="020B0604020202020204" pitchFamily="34" charset="0"/>
              <a:buChar char="•"/>
            </a:pPr>
            <a:r>
              <a:rPr lang="en-GB" sz="2800" dirty="0">
                <a:latin typeface="HSE Sans" panose="02000000000000000000" pitchFamily="2" charset="0"/>
              </a:rPr>
              <a:t>WS-like: High clustering (friend groups).</a:t>
            </a:r>
          </a:p>
          <a:p>
            <a:pPr marL="342900" indent="-342900" algn="l">
              <a:buFont typeface="Arial" panose="020B0604020202020204" pitchFamily="34" charset="0"/>
              <a:buChar char="•"/>
            </a:pPr>
            <a:endParaRPr lang="en-GB" sz="2800" dirty="0">
              <a:latin typeface="HSE Sans" panose="02000000000000000000" pitchFamily="2" charset="0"/>
            </a:endParaRPr>
          </a:p>
          <a:p>
            <a:pPr marL="342900" indent="-342900" algn="l">
              <a:buFont typeface="Arial" panose="020B0604020202020204" pitchFamily="34" charset="0"/>
              <a:buChar char="•"/>
            </a:pPr>
            <a:r>
              <a:rPr lang="en-GB" sz="2800" dirty="0">
                <a:latin typeface="HSE Sans" panose="02000000000000000000" pitchFamily="2" charset="0"/>
              </a:rPr>
              <a:t>Neither model alone captures both properties perfectly.</a:t>
            </a:r>
            <a:endParaRPr lang="en-GB" sz="2800" dirty="0"/>
          </a:p>
        </p:txBody>
      </p:sp>
    </p:spTree>
    <p:extLst>
      <p:ext uri="{BB962C8B-B14F-4D97-AF65-F5344CB8AC3E}">
        <p14:creationId xmlns:p14="http://schemas.microsoft.com/office/powerpoint/2010/main" val="2680809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A9699-DD7E-B8B5-4C09-6D61FC7C1B6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4521237-26D3-F042-5B84-DBB1079240BE}"/>
              </a:ext>
            </a:extLst>
          </p:cNvPr>
          <p:cNvSpPr txBox="1"/>
          <p:nvPr/>
        </p:nvSpPr>
        <p:spPr>
          <a:xfrm>
            <a:off x="3529552" y="2601873"/>
            <a:ext cx="5132896" cy="1015663"/>
          </a:xfrm>
          <a:prstGeom prst="rect">
            <a:avLst/>
          </a:prstGeom>
          <a:noFill/>
        </p:spPr>
        <p:txBody>
          <a:bodyPr wrap="square" rtlCol="0">
            <a:spAutoFit/>
          </a:bodyPr>
          <a:lstStyle/>
          <a:p>
            <a:pPr algn="l"/>
            <a:r>
              <a:rPr lang="en-GB" sz="6000" b="1" dirty="0"/>
              <a:t>Thank You!</a:t>
            </a:r>
            <a:endParaRPr lang="en-IN" sz="6000" b="1" dirty="0"/>
          </a:p>
        </p:txBody>
      </p:sp>
      <p:sp>
        <p:nvSpPr>
          <p:cNvPr id="7" name="TextBox 6">
            <a:extLst>
              <a:ext uri="{FF2B5EF4-FFF2-40B4-BE49-F238E27FC236}">
                <a16:creationId xmlns:a16="http://schemas.microsoft.com/office/drawing/2014/main" id="{19D90242-31AB-9E0C-0983-BD0BDC106FAB}"/>
              </a:ext>
            </a:extLst>
          </p:cNvPr>
          <p:cNvSpPr txBox="1"/>
          <p:nvPr/>
        </p:nvSpPr>
        <p:spPr>
          <a:xfrm>
            <a:off x="10746557" y="6311245"/>
            <a:ext cx="744717" cy="307777"/>
          </a:xfrm>
          <a:prstGeom prst="rect">
            <a:avLst/>
          </a:prstGeom>
          <a:noFill/>
        </p:spPr>
        <p:txBody>
          <a:bodyPr wrap="square" rtlCol="0">
            <a:spAutoFit/>
          </a:bodyPr>
          <a:lstStyle/>
          <a:p>
            <a:pPr algn="l"/>
            <a:r>
              <a:rPr lang="en-IN" sz="1400" b="1">
                <a:latin typeface="HSE Sans" panose="02000000000000000000" pitchFamily="2" charset="0"/>
              </a:rPr>
              <a:t>18/18</a:t>
            </a:r>
            <a:endParaRPr lang="en-IN" sz="1000" b="1" dirty="0">
              <a:latin typeface="HSE Sans" panose="02000000000000000000" pitchFamily="2" charset="0"/>
            </a:endParaRPr>
          </a:p>
        </p:txBody>
      </p:sp>
    </p:spTree>
    <p:extLst>
      <p:ext uri="{BB962C8B-B14F-4D97-AF65-F5344CB8AC3E}">
        <p14:creationId xmlns:p14="http://schemas.microsoft.com/office/powerpoint/2010/main" val="2913375936"/>
      </p:ext>
    </p:extLst>
  </p:cSld>
  <p:clrMapOvr>
    <a:masterClrMapping/>
  </p:clrMapOvr>
</p:sld>
</file>

<file path=ppt/theme/theme1.xml><?xml version="1.0" encoding="utf-8"?>
<a:theme xmlns:a="http://schemas.openxmlformats.org/drawingml/2006/main" name="Office Theme">
  <a:themeElements>
    <a:clrScheme name="Пользовательские 1">
      <a:dk1>
        <a:srgbClr val="0F2C68"/>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000" dirty="0">
            <a:latin typeface="HSE Sans"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2A9C74E6E830D74E9B0FDDB4017A5417" ma:contentTypeVersion="13" ma:contentTypeDescription="Создание документа." ma:contentTypeScope="" ma:versionID="d4e423622451d608a8a05f4da7a1e1a2">
  <xsd:schema xmlns:xsd="http://www.w3.org/2001/XMLSchema" xmlns:xs="http://www.w3.org/2001/XMLSchema" xmlns:p="http://schemas.microsoft.com/office/2006/metadata/properties" xmlns:ns2="9875bd71-cde8-496c-a136-433f55d5e6d0" xmlns:ns3="e96afe77-3acb-4328-97fc-408e1bde3ecd" targetNamespace="http://schemas.microsoft.com/office/2006/metadata/properties" ma:root="true" ma:fieldsID="4831203c63c08b9f52ea6d3ee0d7a96e" ns2:_="" ns3:_="">
    <xsd:import namespace="9875bd71-cde8-496c-a136-433f55d5e6d0"/>
    <xsd:import namespace="e96afe77-3acb-4328-97fc-408e1bde3ec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75bd71-cde8-496c-a136-433f55d5e6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6afe77-3acb-4328-97fc-408e1bde3ecd" elementFormDefault="qualified">
    <xsd:import namespace="http://schemas.microsoft.com/office/2006/documentManagement/types"/>
    <xsd:import namespace="http://schemas.microsoft.com/office/infopath/2007/PartnerControls"/>
    <xsd:element name="SharedWithUsers" ma:index="1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34386AA-1848-4C75-B336-1053927CB025}">
  <ds:schemaRefs>
    <ds:schemaRef ds:uri="http://schemas.microsoft.com/sharepoint/v3/contenttype/forms"/>
  </ds:schemaRefs>
</ds:datastoreItem>
</file>

<file path=customXml/itemProps2.xml><?xml version="1.0" encoding="utf-8"?>
<ds:datastoreItem xmlns:ds="http://schemas.openxmlformats.org/officeDocument/2006/customXml" ds:itemID="{4D4651DD-DCCC-4759-B2F6-7F520BDCC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75bd71-cde8-496c-a136-433f55d5e6d0"/>
    <ds:schemaRef ds:uri="e96afe77-3acb-4328-97fc-408e1bde3e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33DAF31-D8A6-49A0-9A5D-8B2EA5B1C511}">
  <ds:schemaRefs>
    <ds:schemaRef ds:uri="http://purl.org/dc/elements/1.1/"/>
    <ds:schemaRef ds:uri="http://schemas.microsoft.com/office/2006/documentManagement/types"/>
    <ds:schemaRef ds:uri="http://schemas.microsoft.com/office/infopath/2007/PartnerControls"/>
    <ds:schemaRef ds:uri="http://purl.org/dc/dcmitype/"/>
    <ds:schemaRef ds:uri="e96afe77-3acb-4328-97fc-408e1bde3ecd"/>
    <ds:schemaRef ds:uri="http://schemas.microsoft.com/office/2006/metadata/properties"/>
    <ds:schemaRef ds:uri="http://purl.org/dc/terms/"/>
    <ds:schemaRef ds:uri="http://www.w3.org/XML/1998/namespace"/>
    <ds:schemaRef ds:uri="http://schemas.openxmlformats.org/package/2006/metadata/core-properties"/>
    <ds:schemaRef ds:uri="9875bd71-cde8-496c-a136-433f55d5e6d0"/>
  </ds:schemaRefs>
</ds:datastoreItem>
</file>

<file path=docProps/app.xml><?xml version="1.0" encoding="utf-8"?>
<Properties xmlns="http://schemas.openxmlformats.org/officeDocument/2006/extended-properties" xmlns:vt="http://schemas.openxmlformats.org/officeDocument/2006/docPropsVTypes">
  <TotalTime>891</TotalTime>
  <Words>345</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HSE Sans</vt:lpstr>
      <vt:lpstr>Office Theme</vt:lpstr>
      <vt:lpstr>Social Network Analysis of Amherst College Facebook Connections  By: Amit Raj</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Кутьков Юрий Юрьевич</dc:creator>
  <cp:lastModifiedBy>AMARJEET KUMAR</cp:lastModifiedBy>
  <cp:revision>75</cp:revision>
  <cp:lastPrinted>2021-11-11T13:08:42Z</cp:lastPrinted>
  <dcterms:created xsi:type="dcterms:W3CDTF">2021-11-11T08:52:47Z</dcterms:created>
  <dcterms:modified xsi:type="dcterms:W3CDTF">2025-04-21T20:57:24Z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0x0101002A9C74E6E830D74E9B0FDDB4017A5417</vt:lpwstr>
  </property>
</Properties>
</file>